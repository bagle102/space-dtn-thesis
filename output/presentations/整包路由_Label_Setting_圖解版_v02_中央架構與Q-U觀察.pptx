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b014eb4234c85" /><Relationship Type="http://schemas.openxmlformats.org/officeDocument/2006/relationships/extended-properties" Target="/docProps/app.xml" Id="Rb78227528c714dc7" /><Relationship Type="http://schemas.openxmlformats.org/officeDocument/2006/relationships/officeDocument" Target="/ppt/presentation.xml" Id="R5fc034c61d29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ef04cec994b54"/>
  </p:sldMasterIdLst>
  <p:notesMasterIdLst>
    <p:notesMasterId xmlns:r="http://schemas.openxmlformats.org/officeDocument/2006/relationships" r:id="Re7ee89fb645f4f9c"/>
  </p:notesMasterIdLst>
  <p:sldIdLst>
    <p:sldId xmlns:r="http://schemas.openxmlformats.org/officeDocument/2006/relationships" id="256" r:id="R42627b0d843941ea"/>
    <p:sldId xmlns:r="http://schemas.openxmlformats.org/officeDocument/2006/relationships" id="257" r:id="Rcfc239e6010e49de"/>
    <p:sldId xmlns:r="http://schemas.openxmlformats.org/officeDocument/2006/relationships" id="258" r:id="R1ce994abadd34840"/>
    <p:sldId xmlns:r="http://schemas.openxmlformats.org/officeDocument/2006/relationships" id="259" r:id="R5cc40bb56a784955"/>
    <p:sldId xmlns:r="http://schemas.openxmlformats.org/officeDocument/2006/relationships" id="260" r:id="Rd9436cee50d64141"/>
    <p:sldId xmlns:r="http://schemas.openxmlformats.org/officeDocument/2006/relationships" id="261" r:id="R6cfae85ff83349e0"/>
    <p:sldId xmlns:r="http://schemas.openxmlformats.org/officeDocument/2006/relationships" id="262" r:id="R6507442132c843c0"/>
    <p:sldId xmlns:r="http://schemas.openxmlformats.org/officeDocument/2006/relationships" id="263" r:id="Rb22ab236e6624459"/>
    <p:sldId xmlns:r="http://schemas.openxmlformats.org/officeDocument/2006/relationships" id="264" r:id="Ra326becd67354e42"/>
    <p:sldId xmlns:r="http://schemas.openxmlformats.org/officeDocument/2006/relationships" id="265" r:id="Re132615f8f4d4635"/>
    <p:sldId xmlns:r="http://schemas.openxmlformats.org/officeDocument/2006/relationships" id="266" r:id="R4fe6d847d8f943f9"/>
    <p:sldId xmlns:r="http://schemas.openxmlformats.org/officeDocument/2006/relationships" id="267" r:id="R69380420f5164837"/>
    <p:sldId xmlns:r="http://schemas.openxmlformats.org/officeDocument/2006/relationships" id="268" r:id="R9bc2962a39714663"/>
    <p:sldId xmlns:r="http://schemas.openxmlformats.org/officeDocument/2006/relationships" id="269" r:id="Ra4988bcc915240c7"/>
    <p:sldId xmlns:r="http://schemas.openxmlformats.org/officeDocument/2006/relationships" id="270" r:id="R61e6357f48fe4dfa"/>
    <p:sldId xmlns:r="http://schemas.openxmlformats.org/officeDocument/2006/relationships" id="271" r:id="R39fdaaabec88451c"/>
    <p:sldId xmlns:r="http://schemas.openxmlformats.org/officeDocument/2006/relationships" id="272" r:id="R8836aed348114283"/>
    <p:sldId xmlns:r="http://schemas.openxmlformats.org/officeDocument/2006/relationships" id="273" r:id="Rddd65a2e13d74588"/>
    <p:sldId xmlns:r="http://schemas.openxmlformats.org/officeDocument/2006/relationships" id="274" r:id="Rbdcbf9d7defc4ce8"/>
    <p:sldId xmlns:r="http://schemas.openxmlformats.org/officeDocument/2006/relationships" id="275" r:id="Rf24834c6c16a4a0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c6be9de9fe434b" /><Relationship Type="http://schemas.openxmlformats.org/officeDocument/2006/relationships/slideMaster" Target="/ppt/slideMasters/slideMaster1.xml" Id="R668ef04cec994b54" /><Relationship Type="http://schemas.openxmlformats.org/officeDocument/2006/relationships/notesMaster" Target="/ppt/notesMasters/notesMaster1.xml" Id="Re7ee89fb645f4f9c" /><Relationship Type="http://schemas.openxmlformats.org/officeDocument/2006/relationships/presProps" Target="/ppt/presProps.xml" Id="Re2bc9d4a806049f9" /><Relationship Type="http://schemas.openxmlformats.org/officeDocument/2006/relationships/viewProps" Target="/ppt/viewProps.xml" Id="Ra42b956c716e41e4" /><Relationship Type="http://schemas.openxmlformats.org/officeDocument/2006/relationships/tableStyles" Target="/ppt/tableStyles.xml" Id="Rcfae7c2c118f4d95" /><Relationship Type="http://schemas.openxmlformats.org/officeDocument/2006/relationships/slide" Target="/ppt/slides/slide1.xml" Id="R42627b0d843941ea" /><Relationship Type="http://schemas.openxmlformats.org/officeDocument/2006/relationships/slide" Target="/ppt/slides/slide2.xml" Id="Rcfc239e6010e49de" /><Relationship Type="http://schemas.openxmlformats.org/officeDocument/2006/relationships/slide" Target="/ppt/slides/slide3.xml" Id="R1ce994abadd34840" /><Relationship Type="http://schemas.openxmlformats.org/officeDocument/2006/relationships/slide" Target="/ppt/slides/slide4.xml" Id="R5cc40bb56a784955" /><Relationship Type="http://schemas.openxmlformats.org/officeDocument/2006/relationships/slide" Target="/ppt/slides/slide5.xml" Id="Rd9436cee50d64141" /><Relationship Type="http://schemas.openxmlformats.org/officeDocument/2006/relationships/slide" Target="/ppt/slides/slide6.xml" Id="R6cfae85ff83349e0" /><Relationship Type="http://schemas.openxmlformats.org/officeDocument/2006/relationships/slide" Target="/ppt/slides/slide7.xml" Id="R6507442132c843c0" /><Relationship Type="http://schemas.openxmlformats.org/officeDocument/2006/relationships/slide" Target="/ppt/slides/slide8.xml" Id="Rb22ab236e6624459" /><Relationship Type="http://schemas.openxmlformats.org/officeDocument/2006/relationships/slide" Target="/ppt/slides/slide9.xml" Id="Ra326becd67354e42" /><Relationship Type="http://schemas.openxmlformats.org/officeDocument/2006/relationships/slide" Target="/ppt/slides/slide10.xml" Id="Re132615f8f4d4635" /><Relationship Type="http://schemas.openxmlformats.org/officeDocument/2006/relationships/slide" Target="/ppt/slides/slide11.xml" Id="R4fe6d847d8f943f9" /><Relationship Type="http://schemas.openxmlformats.org/officeDocument/2006/relationships/slide" Target="/ppt/slides/slide12.xml" Id="R69380420f5164837" /><Relationship Type="http://schemas.openxmlformats.org/officeDocument/2006/relationships/slide" Target="/ppt/slides/slide13.xml" Id="R9bc2962a39714663" /><Relationship Type="http://schemas.openxmlformats.org/officeDocument/2006/relationships/slide" Target="/ppt/slides/slide14.xml" Id="Ra4988bcc915240c7" /><Relationship Type="http://schemas.openxmlformats.org/officeDocument/2006/relationships/slide" Target="/ppt/slides/slide15.xml" Id="R61e6357f48fe4dfa" /><Relationship Type="http://schemas.openxmlformats.org/officeDocument/2006/relationships/slide" Target="/ppt/slides/slide16.xml" Id="R39fdaaabec88451c" /><Relationship Type="http://schemas.openxmlformats.org/officeDocument/2006/relationships/slide" Target="/ppt/slides/slide17.xml" Id="R8836aed348114283" /><Relationship Type="http://schemas.openxmlformats.org/officeDocument/2006/relationships/slide" Target="/ppt/slides/slide18.xml" Id="Rddd65a2e13d74588" /><Relationship Type="http://schemas.openxmlformats.org/officeDocument/2006/relationships/slide" Target="/ppt/slides/slide19.xml" Id="Rbdcbf9d7defc4ce8" /><Relationship Type="http://schemas.openxmlformats.org/officeDocument/2006/relationships/slide" Target="/ppt/slides/slide20.xml" Id="Rf24834c6c16a4a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d3dbd30bbc4d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0954418f26453a" /><Relationship Type="http://schemas.openxmlformats.org/officeDocument/2006/relationships/notesMaster" Target="/ppt/notesMasters/notesMaster1.xml" Id="R74b1eaeeb2d0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014704a00e4a03" /><Relationship Type="http://schemas.openxmlformats.org/officeDocument/2006/relationships/notesMaster" Target="/ppt/notesMasters/notesMaster1.xml" Id="R4422cb4feb7543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f0713df1bf4139" /><Relationship Type="http://schemas.openxmlformats.org/officeDocument/2006/relationships/notesMaster" Target="/ppt/notesMasters/notesMaster1.xml" Id="R9ed769c8c41d4e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1378738c604336" /><Relationship Type="http://schemas.openxmlformats.org/officeDocument/2006/relationships/notesMaster" Target="/ppt/notesMasters/notesMaster1.xml" Id="Rb67a09bbc968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158d2e5a124fd4" /><Relationship Type="http://schemas.openxmlformats.org/officeDocument/2006/relationships/notesMaster" Target="/ppt/notesMasters/notesMaster1.xml" Id="R0cce8f12182742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45f09bf4ec4645" /><Relationship Type="http://schemas.openxmlformats.org/officeDocument/2006/relationships/notesMaster" Target="/ppt/notesMasters/notesMaster1.xml" Id="R7b2822abea7045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26ae65ee242ec" /><Relationship Type="http://schemas.openxmlformats.org/officeDocument/2006/relationships/notesMaster" Target="/ppt/notesMasters/notesMaster1.xml" Id="R22bc91c968af4e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5cc8ee89364b9a" /><Relationship Type="http://schemas.openxmlformats.org/officeDocument/2006/relationships/notesMaster" Target="/ppt/notesMasters/notesMaster1.xml" Id="R8b1180b737ce4d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b7ddfac7224c79" /><Relationship Type="http://schemas.openxmlformats.org/officeDocument/2006/relationships/notesMaster" Target="/ppt/notesMasters/notesMaster1.xml" Id="R547f0b527e0942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efcca8fd1840e9" /><Relationship Type="http://schemas.openxmlformats.org/officeDocument/2006/relationships/notesMaster" Target="/ppt/notesMasters/notesMaster1.xml" Id="R4ca0f2ecb5024d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35e1eb13084e6d" /><Relationship Type="http://schemas.openxmlformats.org/officeDocument/2006/relationships/notesMaster" Target="/ppt/notesMasters/notesMaster1.xml" Id="Rbc52afde19ed4d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230a7c3c564668" /><Relationship Type="http://schemas.openxmlformats.org/officeDocument/2006/relationships/notesMaster" Target="/ppt/notesMasters/notesMaster1.xml" Id="R0caa72e34ecc43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34e27e1ed9414c" /><Relationship Type="http://schemas.openxmlformats.org/officeDocument/2006/relationships/notesMaster" Target="/ppt/notesMasters/notesMaster1.xml" Id="R42474c0908084b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9b8c01546e4dcb" /><Relationship Type="http://schemas.openxmlformats.org/officeDocument/2006/relationships/notesMaster" Target="/ppt/notesMasters/notesMaster1.xml" Id="R149efe64d99a4d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644ba5bb714862" /><Relationship Type="http://schemas.openxmlformats.org/officeDocument/2006/relationships/notesMaster" Target="/ppt/notesMasters/notesMaster1.xml" Id="Red45a69d9da349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3e644359984615" /><Relationship Type="http://schemas.openxmlformats.org/officeDocument/2006/relationships/notesMaster" Target="/ppt/notesMasters/notesMaster1.xml" Id="Rc70c3454624249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7da2ce50b8480e" /><Relationship Type="http://schemas.openxmlformats.org/officeDocument/2006/relationships/notesMaster" Target="/ppt/notesMasters/notesMaster1.xml" Id="R76d4e56df3e44c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63a5bf6e224850" /><Relationship Type="http://schemas.openxmlformats.org/officeDocument/2006/relationships/notesMaster" Target="/ppt/notesMasters/notesMaster1.xml" Id="R2f9d214f9e7140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c11f042d494846" /><Relationship Type="http://schemas.openxmlformats.org/officeDocument/2006/relationships/notesMaster" Target="/ppt/notesMasters/notesMaster1.xml" Id="Ra898d7dde0ca42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01c7b36f534371" /><Relationship Type="http://schemas.openxmlformats.org/officeDocument/2006/relationships/notesMaster" Target="/ppt/notesMasters/notesMaster1.xml" Id="R1c713b9a96c240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  <a:endParaRPr/>
          </a:p>
          <a:p xmlns:a="http://schemas.openxmlformats.org/drawingml/2006/main">
            <a:r>
              <a:t>• 取出最早到達的標籤</a:t>
            </a:r>
            <a:endParaRPr/>
          </a:p>
          <a:p xmlns:a="http://schemas.openxmlformats.org/drawingml/2006/main">
            <a:r>
              <a:t>• 逐一嘗試 contact 與發送時間</a:t>
            </a:r>
            <a:endParaRPr/>
          </a:p>
          <a:p xmlns:a="http://schemas.openxmlformats.org/drawingml/2006/main">
            <a:r>
              <a:t>• 檢查通過後比較支配並加入佇列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講者備註：</a:t>
            </a:r>
            <a:endParaRPr/>
          </a:p>
          <a:p xmlns:a="http://schemas.openxmlformats.org/drawingml/2006/main">
            <a:r>
              <a:t>藍色表示嘗試中，綠色表示通過或選定，紅色與叉號表示拒絕，橘色表示前一包的預約。全部文字使用標楷體。此圖解仍限格點與aggregate quota模型，沒有修改算法。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一句話重點：每一頁只追蹤一個動作；圖上的 Q 是尚待處理的標籤。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中央規劃器保存完整 contact plan 與資源預約狀態。</a:t>
            </a:r>
          </a:p>
          <a:p xmlns:a="http://schemas.openxmlformats.org/drawingml/2006/main">
            <a:r>
              <a:t>• 節點只需取得與自己有關的局部排程，不必保存全網動態狀態。</a:t>
            </a:r>
          </a:p>
          <a:p xmlns:a="http://schemas.openxmlformats.org/drawingml/2006/main">
            <a:r>
              <a:t>• 路由計算與實際轉送是兩個不同階段。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資料依據：RFC 9171 說明 BPv7 不規定 route computation algorithm；NASA HDTN 文件顯示路由可動態計算或預先提供。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Takeaway：集中式規劃是本研究的系統假設，不是所有 DTN 的強制架構。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左側是目前演算法與驗證真正涵蓋的範圍。</a:t>
            </a:r>
          </a:p>
          <a:p xmlns:a="http://schemas.openxmlformats.org/drawingml/2006/main">
            <a:r>
              <a:t>• 右側項目尚未完成，不能在報告中宣稱已解決。</a:t>
            </a:r>
          </a:p>
          <a:p xmlns:a="http://schemas.openxmlformats.org/drawingml/2006/main">
            <a:r>
              <a:t>• Aggregate quota 只記錄累積可用資料量，不能排除同一 contact 的時段重疊。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Takeaway：本次報告的結論必須限制在有限時間格點與 aggregate quota 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U[c] 是目前這一個候選 label 所代表路徑，在 contact c 已使用的累積資料量。</a:t>
            </a:r>
          </a:p>
          <a:p xmlns:a="http://schemas.openxmlformats.org/drawingml/2006/main">
            <a:r>
              <a:t>• U 不是先前 bundles 的全域預約表，也不是 buffer 占用。</a:t>
            </a:r>
          </a:p>
          <a:p xmlns:a="http://schemas.openxmlformats.org/drawingml/2006/main">
            <a:r>
              <a:t>• Q 保存尚待取出與延伸的 labels，並依完整到達時間 a 排序。</a:t>
            </a:r>
          </a:p>
          <a:p xmlns:a="http://schemas.openxmlformats.org/drawingml/2006/main">
            <a:r>
              <a:t>• 每個 bundle 開始搜尋時，label 編號與 U 都重新初始化。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Takeaway：閱讀後續投影片時，同時看 Q、節點、到達時間與 U。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01　固定拓樸與兩包需求</a:t>
            </a:r>
          </a:p>
          <a:p xmlns:a="http://schemas.openxmlformats.org/drawingml/2006/main">
            <a:r>
              <a:t>• 第一包 X→D（g=0）；第二包 A→D（g=1），依序搜尋。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S=4 MB，各節點M=4 MB，所有r=4 MB/s，Δ=1秒、T=12秒。每跳傳輸時間S/r=1秒。c2、c5、c6延遲1秒，其餘0。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一句話重點：第一包 X→D（g=0）；第二包 A→D（g=1），依序搜尋。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02　第一包：X 經 c1 到 B</a:t>
            </a:r>
          </a:p>
          <a:p xmlns:a="http://schemas.openxmlformats.org/drawingml/2006/main">
            <a:r>
              <a:t>• c1：0+4≤4；X 與 B 的占用峰值都為 4 MB，因此建立 L₁。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初始化L0=(X,0,{})，取出後Q空。c1 s=2 f=3 h=2 a′=3，建立L1=(B,3,{c1:4})。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一句話重點：c1：0+4≤4；X 與 B 的占用峰值都為 4 MB，因此建立 L₁。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03　第一包：在 B 比較 c2、c5</a:t>
            </a:r>
          </a:p>
          <a:p xmlns:a="http://schemas.openxmlformats.org/drawingml/2006/main">
            <a:r>
              <a:t>• 兩條路徑都可行。先保留 D 的第 8 秒與第 12 秒標籤。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取出L1。c2s6f7h7a8建立L2；c5s10f11h11a12建立L3。兩者sender/receiver峰值4，quota皆0+4≤4。L2不能支配L3，因c2用量4&gt;0。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一句話重點：兩條路徑都可行。先保留 D 的第 8 秒與第 12 秒標籤。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04　第一包：選路並預約 Buffer</a:t>
            </a:r>
          </a:p>
          <a:p xmlns:a="http://schemas.openxmlformats.org/drawingml/2006/main">
            <a:r>
              <a:t>• 取出 L₂，選定 c1→c2；R[c1]、R[c2] 扣為 0。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路徑回溯L2←L1←L0。B在2～3接收、3～6等待、6～7送出。D7～8接收後釋放。完整路徑驗證後才更新R、O。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一句話重點：取出 L₂，選定 c1→c2；R[c1]、R[c2] 扣為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05　第二包：先試 c3，早到 B</a:t>
            </a:r>
          </a:p>
          <a:p xmlns:a="http://schemas.openxmlformats.org/drawingml/2006/main">
            <a:r>
              <a:t>• 1～2 秒接收可行，因此保留 L₁；能否繼續等待，要下一跳才檢查。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第二包重新L0=(A,1,{})；c3s1f2h1a2。t2第一包在B占用0，因此接收完成可行。峰值4。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一句話重點：1～2 秒接收可行，因此保留 L₁；能否繼續等待，要下一跳才檢查。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06　第二包：c4 可以晚一點出發</a:t>
            </a:r>
          </a:p>
          <a:p xmlns:a="http://schemas.openxmlformats.org/drawingml/2006/main">
            <a:r>
              <a:t>• c4 的窗口為 7～9 秒，整包需 1 秒，所以起始時間只有 7 或 8。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仍展開L0。s7建立L2B8；s8候選L3B9。兩者容量0+4≤8，兩端峰值4。此頁L3尚待支配判斷，不列入Q。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一句話重點：c4 的窗口為 7～9 秒，整包需 1 秒，所以起始時間只有 7 或 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07　支配圖解：保留 L₂，刪除 L₃</a:t>
            </a:r>
          </a:p>
          <a:p xmlns:a="http://schemas.openxmlformats.org/drawingml/2006/main">
            <a:r>
              <a:t>• L₂ 能等到第 9 秒，且 U₂=U₃，因此可以取代 L₃。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8≤9；O_B(t)+4=4≤4 forall[8,9]；兩者c4使用4MB其他0。L3不入列。早到L1不能支配L2，因等待超限且c3用量較多。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一句話重點：L₂ 能等到第 9 秒，且 U₂=U₃，因此可以取代 L₃。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08　第二包：c6 到 C，重新排序</a:t>
            </a:r>
          </a:p>
          <a:p xmlns:a="http://schemas.openxmlformats.org/drawingml/2006/main">
            <a:r>
              <a:t>• L₄ 雖然建立得較晚，但到達時間是 3 秒，排在 L₂ 的 8 秒前面。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c6s1f2δ1h2a3；U[c6]=4。無C標籤支配，入列。L0所有contacts展開完成。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一句話重點：L₄ 雖然建立得較晚，但到達時間是 3 秒，排在 L₂ 的 8 秒前面。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09　取出 L₁：c2 已被第一包用完</a:t>
            </a:r>
          </a:p>
          <a:p xmlns:a="http://schemas.openxmlformats.org/drawingml/2006/main">
            <a:r>
              <a:t>• 容量 0&lt;4，直接拒絕 c2；時間與 buffer 檢查未執行。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取出L1B2，Q剩L4C3L2B8。c2R0。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一句話重點：容量 0&lt;4，直接拒絕 c2；時間與 buffer 檢查未執行。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10　早到 B：等待 c5 會超過上限</a:t>
            </a:r>
          </a:p>
          <a:p xmlns:a="http://schemas.openxmlformats.org/drawingml/2006/main">
            <a:r>
              <a:t>• 第 3 秒：第一包 4 MB ＋ 第二包 4 MB ＝ 8 MB，超過上限。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L1經c5s10f11a12，時間與quota通過；sender峰值8@3拒絕，receiver峰值4。藍線本候選在B等待/送出，橘線第一包，紅線總和。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一句話重點：第 3 秒：第一包 4 MB ＋ 第二包 4 MB ＝ 8 MB，超過上限。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11　取出 L₄：c7 容量只有 2 MB</a:t>
            </a:r>
          </a:p>
          <a:p xmlns:a="http://schemas.openxmlformats.org/drawingml/2006/main">
            <a:r>
              <a:t>• 不可分割的 4 MB bundle，不能只送其中 2 MB。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取出L4C3。c7R2，容量失敗，時間buffer未執行。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一句話重點：不可分割的 4 MB bundle，不能只送其中 2 MB。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12　同一個 L₄：c8 已經來不及</a:t>
            </a:r>
          </a:p>
          <a:p xmlns:a="http://schemas.openxmlformats.org/drawingml/2006/main">
            <a:r>
              <a:t>• 最早可發送是 3 秒，但最晚必須在 2 秒起送，沒有可用時刻。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c8R4通過；firstmax(3,2)=3&gt;last3−4/4=2。c8窗口[2,3)。紅色3～4是假設從到達時間起送，超出窗口，非可行排程。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一句話重點：最早可發送是 3 秒，但最晚必須在 2 秒起送，沒有可用時刻。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13　取出晚到 B 的 L₂：先試 c2</a:t>
            </a:r>
          </a:p>
          <a:p xmlns:a="http://schemas.openxmlformats.org/drawingml/2006/main">
            <a:r>
              <a:t>• c2 仍為 0 MB，直接拒絕；接著嘗試 c5。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取出L2B8，Q空。c2先因容量拒絕；時間也已過但未執行時間檢查。不能將B整個節點標為已處理而跳過此標籤。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一句話重點：c2 仍為 0 MB，直接拒絕；接著嘗試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14　晚到 B：可以等到 c5 再發送</a:t>
            </a:r>
          </a:p>
          <a:p xmlns:a="http://schemas.openxmlformats.org/drawingml/2006/main">
            <a:r>
              <a:t>• B 在 8～10 秒持有 4 MB，10～11 秒逐 byte 釋放，全程不超限。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L2c5s10f11h11a12；quota0+4≤4，sender4，receiver4。建立L5D12U{c4:4,c5:4}。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一句話重點：B 在 8～10 秒持有 4 MB，10～11 秒逐 byte 釋放，全程不超限。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取出L5目的地標籤</a:t>
            </a:r>
          </a:p>
          <a:p xmlns:a="http://schemas.openxmlformats.org/drawingml/2006/main">
            <a:r>
              <a:t>• 沿pred找到L2與L0</a:t>
            </a:r>
          </a:p>
          <a:p xmlns:a="http://schemas.openxmlformats.org/drawingml/2006/main">
            <a:r>
              <a:t>• 反轉後得到c4、c5與發送時刻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回溯L5←L2←L0，不經被拒絕的L1與L4，也不經被支配的L3。Q[L5]取出後空。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一句話重點：選定 A→B→D，第 12 秒完整到達；驗證後才更新資源。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16　兩包都接受後：B 的合計占用</a:t>
            </a:r>
          </a:p>
          <a:p xmlns:a="http://schemas.openxmlformats.org/drawingml/2006/main">
            <a:r>
              <a:t>• 兩包的占用錯開，B 的合計峰值為 4 MB。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第一包c1c2arrival8，第二包c4c5arrival12。兩包在B的曲線在7秒相接且都為0，未重複計量。更新R按c1～c8為0,0,4,4,0,4,2,4。此只支持本案例與目前模型。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一句話重點：兩包的占用錯開，B 的合計峰值為 4 MB。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9a65a441843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ff458ef4449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7d08f9d8f40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3564e9a0942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1d6cbb98745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5de86f6f948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22ef980064fd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ac5894f694b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15003744b43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6b5bbbd6b411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9670facd148f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bf400da334bf9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66E1080-B911-F070-2F0C-51393FECBE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solidFill>
                  <a:srgbClr val="333399"/>
                </a:solidFill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CE7240-08F6-E41F-3B09-4221445466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rgbClr val="3333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7E302F22-459F-49F9-591C-9103C8F0AA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17:39:08</a:t>
            </a:fld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E7B61759-798E-74A6-CF38-2CD6F5F6A9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17:39:08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7BE650C-6AEC-4842-173E-34883954C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5C53C19-0010-8E3A-5F6C-0E52200E4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22D735D5-F573-96C1-6A37-C8A8E878FA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3667B291-5DFE-AB13-BAFD-039CFAEC7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369179-AF01-E0F8-CEA7-53DBE992B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D60F7C7-86AB-3D07-3E5F-84C38545B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0C6ECBC-51FE-A87F-BB3B-7783779693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0BAAAEF-26A1-4B36-D1CC-7C5285BF8F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335D98CF-26F1-ED94-14B0-776FBEC10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46A78645-F85B-E08B-6B10-4A1F25AA12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D73EDE38-CF96-6325-57CA-5104F8BCC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535AE0-1F73-2218-3F48-F90E7A0D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F5D1C1-E507-717A-83FD-170E8CDF2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BDB5E51-BA76-D984-6CF7-457B12EBBB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A62859B0-AADC-331E-81FF-D63D138B75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C7CAAE9-6E6F-BC8A-DD8E-2586FBE2C5F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CD29717C-3502-FF62-1DC4-2D7B480B1A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17:39:08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26392BDA-58FF-56F3-D3A7-FC1D07F05A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9A042C3B-D61C-25E5-371E-06FFE9BBF6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5C22D7A-92D4-1935-AD80-9CC2122DD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0FBA9357-6002-22D8-E597-501FC32EB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80385F7F-B426-68A2-F2E5-7C7107AE96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98475024-DA13-8248-092F-2E98FA78C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C98E7BDB-9F66-A495-00C5-22CE8F53E2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17:39:08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F23FBC0-403D-6065-4000-38C87E0030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CA023080-6F1A-733B-4E3A-246C5AEF74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CE8BFAC-6965-EA0D-65D3-C14E337B23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6CC5CC7-DE97-AFBB-DB02-B6760EF1C7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33D23EB-CC94-C058-5899-EDD401965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C625722C-CE3C-479B-511E-37F48F7EE01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按一下圖示以新增圖片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AC3718D-1BF4-5608-DECD-8657403EF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0108B413-34A3-DC3E-003F-2340947AF7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ADD61D-AAB3-4D9A-B816-51AAA157F42C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831EB0E-79BC-017A-95E5-7ED79674B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37777203-CCB6-F593-C336-7BDD55E6B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0D406B-1904-4585-B3F9-CAFFB5459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3293919-4FE9-1DBC-6418-4E012A840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911DB0E-498F-6625-C075-4703CA6A7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B886582-1262-7079-D54E-2531C8634B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26DCCFE-74D0-866F-481C-B8F5837BF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34A7F169-2D8E-5024-503E-5C4E09856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E4653BD-9083-BE2C-0024-2DA0E2201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275522-97C1-6990-ABAE-6CF4B3A4C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C9A7DCE3-75B3-BF87-B3FA-08B7AC651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1E5AC06-EED6-B092-E12A-348AB765F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81497E1-22B0-5D7C-0B36-45CF206CF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A1CB436B-5992-E711-86E5-067D987AE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A9459D-13A6-4E2A-88E8-E5094C8AD3DE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E1297F33-4494-98C0-A764-E14CA02D3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2F5D71FB-20C1-0443-5F61-8955B8596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07c111af36e405a" /><Relationship Type="http://schemas.openxmlformats.org/officeDocument/2006/relationships/image" Target="/ppt/media/image2.png" Id="R7d19c71027874f13" /><Relationship Type="http://schemas.openxmlformats.org/officeDocument/2006/relationships/theme" Target="/ppt/slideMasters/theme/theme2.xml" Id="R413ba78843ac4a21" /><Relationship Type="http://schemas.openxmlformats.org/officeDocument/2006/relationships/slideLayout" Target="/ppt/slideLayouts/slideLayout1.xml" Id="Rf95f1ded793b4b06" /><Relationship Type="http://schemas.openxmlformats.org/officeDocument/2006/relationships/slideLayout" Target="/ppt/slideLayouts/slideLayout2.xml" Id="R00dd5b045423493c" /><Relationship Type="http://schemas.openxmlformats.org/officeDocument/2006/relationships/slideLayout" Target="/ppt/slideLayouts/slideLayout3.xml" Id="R96d9220079c843dc" /><Relationship Type="http://schemas.openxmlformats.org/officeDocument/2006/relationships/slideLayout" Target="/ppt/slideLayouts/slideLayout4.xml" Id="R04a109658d7d4bc5" /><Relationship Type="http://schemas.openxmlformats.org/officeDocument/2006/relationships/slideLayout" Target="/ppt/slideLayouts/slideLayout5.xml" Id="Rdf3f2812002b4f8a" /><Relationship Type="http://schemas.openxmlformats.org/officeDocument/2006/relationships/slideLayout" Target="/ppt/slideLayouts/slideLayout6.xml" Id="R0b421cd0b5b64ba4" /><Relationship Type="http://schemas.openxmlformats.org/officeDocument/2006/relationships/slideLayout" Target="/ppt/slideLayouts/slideLayout7.xml" Id="R427de4ebfc354e9d" /><Relationship Type="http://schemas.openxmlformats.org/officeDocument/2006/relationships/slideLayout" Target="/ppt/slideLayouts/slideLayout8.xml" Id="R16e185d8acef4044" /><Relationship Type="http://schemas.openxmlformats.org/officeDocument/2006/relationships/slideLayout" Target="/ppt/slideLayouts/slideLayout9.xml" Id="Rc70f75b2aa624447" /><Relationship Type="http://schemas.openxmlformats.org/officeDocument/2006/relationships/slideLayout" Target="/ppt/slideLayouts/slideLayout10.xml" Id="Rc9363747d61b471c" /><Relationship Type="http://schemas.openxmlformats.org/officeDocument/2006/relationships/slideLayout" Target="/ppt/slideLayouts/slideLayout11.xml" Id="R1791b2f8e0054757" /><Relationship Type="http://schemas.openxmlformats.org/officeDocument/2006/relationships/slideLayout" Target="/ppt/slideLayouts/slideLayout12.xml" Id="Re476576f85f1405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A6C2547-9B75-3E88-5EB4-35AE5586E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090AFDF-0DCB-B68A-C005-02AD3B39D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A56760C-4C82-E0BD-DE79-8512001904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17:39:08</a:t>
            </a:fld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446B4982-92FF-F7AA-E878-A5AE013833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039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DFKai-SB"/>
                <a:ea typeface="DFKai-SB"/>
                <a:cs typeface="DFKai-SB"/>
              </a:defRPr>
            </a:lvl1pPr>
          </a:lstStyle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  <p:pic>
        <p:nvPicPr>
          <p:cNvPr id="13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c111af36e40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2194" y="5994416"/>
            <a:ext cx="2434312" cy="870943"/>
          </a:xfrm>
          <a:prstGeom xmlns:a="http://schemas.openxmlformats.org/drawingml/2006/main" prst="rect">
            <a:avLst/>
          </a:prstGeom>
        </p:spPr>
      </p:pic>
      <p:pic>
        <p:nvPicPr>
          <p:cNvPr id="1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9c71027874f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06" y="6040875"/>
            <a:ext cx="755570" cy="71464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5f1ded793b4b06"/>
    <p:sldLayoutId xmlns:r="http://schemas.openxmlformats.org/officeDocument/2006/relationships" id="2147483650" r:id="R00dd5b045423493c"/>
    <p:sldLayoutId xmlns:r="http://schemas.openxmlformats.org/officeDocument/2006/relationships" id="2147483651" r:id="R96d9220079c843dc"/>
    <p:sldLayoutId xmlns:r="http://schemas.openxmlformats.org/officeDocument/2006/relationships" id="2147483652" r:id="R04a109658d7d4bc5"/>
    <p:sldLayoutId xmlns:r="http://schemas.openxmlformats.org/officeDocument/2006/relationships" id="2147483653" r:id="Rdf3f2812002b4f8a"/>
    <p:sldLayoutId xmlns:r="http://schemas.openxmlformats.org/officeDocument/2006/relationships" id="2147483654" r:id="R0b421cd0b5b64ba4"/>
    <p:sldLayoutId xmlns:r="http://schemas.openxmlformats.org/officeDocument/2006/relationships" id="2147483655" r:id="R427de4ebfc354e9d"/>
    <p:sldLayoutId xmlns:r="http://schemas.openxmlformats.org/officeDocument/2006/relationships" id="2147483656" r:id="R16e185d8acef4044"/>
    <p:sldLayoutId xmlns:r="http://schemas.openxmlformats.org/officeDocument/2006/relationships" id="2147483657" r:id="Rc70f75b2aa624447"/>
    <p:sldLayoutId xmlns:r="http://schemas.openxmlformats.org/officeDocument/2006/relationships" id="2147483658" r:id="Rc9363747d61b471c"/>
    <p:sldLayoutId xmlns:r="http://schemas.openxmlformats.org/officeDocument/2006/relationships" id="2147483659" r:id="R1791b2f8e0054757"/>
    <p:sldLayoutId xmlns:r="http://schemas.openxmlformats.org/officeDocument/2006/relationships" id="2147483660" r:id="Re476576f85f1405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FKai-SB"/>
          <a:ea typeface="DFKai-SB"/>
          <a:cs typeface="DFKai-S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DFKai-SB"/>
        <a:buChar char="•"/>
        <a:defRPr sz="2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4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0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otherStyle>
  </p:txStyles>
</p:sldMaster>
</file>

<file path=ppt/slideMasters/theme/theme2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a906030dc94e0a" /><Relationship Type="http://schemas.openxmlformats.org/officeDocument/2006/relationships/notesSlide" Target="/ppt/notesSlides/notesSlide1.xml" Id="R6afdd83540c249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77516b7aa84403" /><Relationship Type="http://schemas.openxmlformats.org/officeDocument/2006/relationships/notesSlide" Target="/ppt/notesSlides/notesSlide2.xml" Id="Rd2d8a9134fe542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9cf41eec3f4864" /><Relationship Type="http://schemas.openxmlformats.org/officeDocument/2006/relationships/notesSlide" Target="/ppt/notesSlides/notesSlide3.xml" Id="Re3888c285fd44a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c02bf7d1ea495a" /><Relationship Type="http://schemas.openxmlformats.org/officeDocument/2006/relationships/notesSlide" Target="/ppt/notesSlides/notesSlide4.xml" Id="Rdad7102ead1b44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5b3aa6189e42e7" /><Relationship Type="http://schemas.openxmlformats.org/officeDocument/2006/relationships/notesSlide" Target="/ppt/notesSlides/notesSlide5.xml" Id="Ra6fb89fbb58942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6bf620e8aa4432" /><Relationship Type="http://schemas.openxmlformats.org/officeDocument/2006/relationships/notesSlide" Target="/ppt/notesSlides/notesSlide6.xml" Id="R880842f6dc6b49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50bfcf6a274f16" /><Relationship Type="http://schemas.openxmlformats.org/officeDocument/2006/relationships/notesSlide" Target="/ppt/notesSlides/notesSlide7.xml" Id="R55534fa7c21b4b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1f27f511824c2e" /><Relationship Type="http://schemas.openxmlformats.org/officeDocument/2006/relationships/notesSlide" Target="/ppt/notesSlides/notesSlide8.xml" Id="Rdeebfc9ec4174d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cbf512adb94645" /><Relationship Type="http://schemas.openxmlformats.org/officeDocument/2006/relationships/notesSlide" Target="/ppt/notesSlides/notesSlide9.xml" Id="R96e04b54de6f4f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56d0b1481e49aa" /><Relationship Type="http://schemas.openxmlformats.org/officeDocument/2006/relationships/notesSlide" Target="/ppt/notesSlides/notesSlide10.xml" Id="R43279892d08242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0d48d67b1d4c98" /><Relationship Type="http://schemas.openxmlformats.org/officeDocument/2006/relationships/notesSlide" Target="/ppt/notesSlides/notesSlide11.xml" Id="Rc7250034d5fc42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2599c182bd40ce" /><Relationship Type="http://schemas.openxmlformats.org/officeDocument/2006/relationships/notesSlide" Target="/ppt/notesSlides/notesSlide12.xml" Id="R376ba271eaa14a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80aa5b4d2545ff" /><Relationship Type="http://schemas.openxmlformats.org/officeDocument/2006/relationships/notesSlide" Target="/ppt/notesSlides/notesSlide13.xml" Id="R56e16cf828774a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c1e1e5adb64dfb" /><Relationship Type="http://schemas.openxmlformats.org/officeDocument/2006/relationships/notesSlide" Target="/ppt/notesSlides/notesSlide14.xml" Id="R120e097bac6941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43811cc3564d5d" /><Relationship Type="http://schemas.openxmlformats.org/officeDocument/2006/relationships/notesSlide" Target="/ppt/notesSlides/notesSlide15.xml" Id="R9423339f6ff546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c2fc75378e4bf7" /><Relationship Type="http://schemas.openxmlformats.org/officeDocument/2006/relationships/notesSlide" Target="/ppt/notesSlides/notesSlide16.xml" Id="R235e10740a1d4c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2aa70184684a42" /><Relationship Type="http://schemas.openxmlformats.org/officeDocument/2006/relationships/notesSlide" Target="/ppt/notesSlides/notesSlide17.xml" Id="Re7377cf185904b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395d20a55e4a3c" /><Relationship Type="http://schemas.openxmlformats.org/officeDocument/2006/relationships/notesSlide" Target="/ppt/notesSlides/notesSlide18.xml" Id="Re7151392d1f149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c72d656c74499e" /><Relationship Type="http://schemas.openxmlformats.org/officeDocument/2006/relationships/notesSlide" Target="/ppt/notesSlides/notesSlide19.xml" Id="R2a34a922b85f47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dd30c110f140be" /><Relationship Type="http://schemas.openxmlformats.org/officeDocument/2006/relationships/notesSlide" Target="/ppt/notesSlides/notesSlide20.xml" Id="R362ee7d9454542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/>
          </a:p>
        </p:txBody>
      </p:sp>
      <p:sp>
        <p:nvSpPr>
          <p:cNvPr id="6" name="標題 5">
            <a:extLst xmlns:a="http://schemas.openxmlformats.org/drawingml/2006/main">
              <a:ext uri="{FF2B5EF4-FFF2-40B4-BE49-F238E27FC236}">
                <a16:creationId xmlns:a16="http://schemas.microsoft.com/office/drawing/2014/main" id="{9045F329-665A-450F-9B6D-F31CD1D6381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8" name="副標題 7">
            <a:extLst xmlns:a="http://schemas.openxmlformats.org/drawingml/2006/main">
              <a:ext uri="{FF2B5EF4-FFF2-40B4-BE49-F238E27FC236}">
                <a16:creationId xmlns:a16="http://schemas.microsoft.com/office/drawing/2014/main" id="{D44C478F-2D0E-49DC-BA0B-D5F20A08CB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圖解：一個標籤如何往下走">
            <a:extLst xmlns:a="http://schemas.openxmlformats.org/drawingml/2006/main">
              <a:ext uri="{FF2B5EF4-FFF2-40B4-BE49-F238E27FC236}">
                <a16:creationId xmlns:a16="http://schemas.microsoft.com/office/drawing/2014/main" id="{F31A8B3B-3C30-4ED4-9EAB-61E9E11A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圖解：一個標籤如何往下走</a:t>
            </a:r>
          </a:p>
        </p:txBody>
      </p:sp>
      <p:sp>
        <p:nvSpPr>
          <p:cNvPr id="10" name="1">
            <a:extLst xmlns:a="http://schemas.openxmlformats.org/drawingml/2006/main">
              <a:ext uri="{FF2B5EF4-FFF2-40B4-BE49-F238E27FC236}">
                <a16:creationId xmlns:a16="http://schemas.microsoft.com/office/drawing/2014/main" id="{0DC76B0D-7DB0-4AA4-9CD6-17E3518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1" name="每一頁只追蹤一個動作；圖上的 Q 是尚待處理的標籤。">
            <a:extLst xmlns:a="http://schemas.openxmlformats.org/drawingml/2006/main">
              <a:ext uri="{FF2B5EF4-FFF2-40B4-BE49-F238E27FC236}">
                <a16:creationId xmlns:a16="http://schemas.microsoft.com/office/drawing/2014/main" id="{91596793-96AD-4397-A4D0-52B1A36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每一頁只追蹤一個動作；圖上的 Q 是尚待處理的標籤。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1FB93-AA58-47E4-AB47-208E7C69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3" name="取出標籤&#10;(v, a, U)">
            <a:extLst xmlns:a="http://schemas.openxmlformats.org/drawingml/2006/main">
              <a:ext uri="{FF2B5EF4-FFF2-40B4-BE49-F238E27FC236}">
                <a16:creationId xmlns:a16="http://schemas.microsoft.com/office/drawing/2014/main" id="{6C022025-675B-4202-9121-8CFE6DC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885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取出標籤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(v, a, U)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4B455-6F52-4C03-86C6-2218D42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6C2F-CED6-460B-8CE1-14232E0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535" y="2335585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F3D81-E4F6-4C77-BE28-05E7EFA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7" name="選 contact&#10;列舉時刻 s">
            <a:extLst xmlns:a="http://schemas.openxmlformats.org/drawingml/2006/main">
              <a:ext uri="{FF2B5EF4-FFF2-40B4-BE49-F238E27FC236}">
                <a16:creationId xmlns:a16="http://schemas.microsoft.com/office/drawing/2014/main" id="{395F660B-E541-4A6D-856C-1C987A5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1981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 contact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列舉時刻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B7C34-A44E-49B4-B138-8A8E567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80E53-9AF4-4E47-AA05-138AC50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85" y="2335585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AE198-53CE-4B80-A5C0-A0DC48E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143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1" name="時間、容量&#10;Buffer 檢查">
            <a:extLst xmlns:a="http://schemas.openxmlformats.org/drawingml/2006/main">
              <a:ext uri="{FF2B5EF4-FFF2-40B4-BE49-F238E27FC236}">
                <a16:creationId xmlns:a16="http://schemas.microsoft.com/office/drawing/2014/main" id="{926D4498-FE29-4832-AB01-F5BBBAA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時間、容量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Buffer 檢查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298D1-1FD3-47FE-95D5-BCBFF4F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3DDAE-920E-47CF-A56F-B637D16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85" y="2335585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494FB-F83B-4278-9E65-213DA2C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5" name="支配判斷&#10;保留或刪除">
            <a:extLst xmlns:a="http://schemas.openxmlformats.org/drawingml/2006/main">
              <a:ext uri="{FF2B5EF4-FFF2-40B4-BE49-F238E27FC236}">
                <a16:creationId xmlns:a16="http://schemas.microsoft.com/office/drawing/2014/main" id="{2CDF9EA3-1822-4984-9C12-4CF63534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2266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支配判斷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保留或刪除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8F013-1ED0-4727-8E78-566E060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9525" cy="781050"/>
          </a:xfrm>
          <a:custGeom xmlns:a="http://schemas.openxmlformats.org/drawingml/2006/main"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172C9-F7D5-4D9E-9949-4C8DCD7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835" y="363116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BB73B-2B08-43ED-97F4-79559B1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81425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29" name="失敗：拒絕這次延伸">
            <a:extLst xmlns:a="http://schemas.openxmlformats.org/drawingml/2006/main">
              <a:ext uri="{FF2B5EF4-FFF2-40B4-BE49-F238E27FC236}">
                <a16:creationId xmlns:a16="http://schemas.microsoft.com/office/drawing/2014/main" id="{5E8B123F-9D0A-4633-9230-52D5105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576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失敗：拒絕這次延伸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A90AF7-7D38-4E55-985F-B238771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33700"/>
            <a:ext cx="9525" cy="781050"/>
          </a:xfrm>
          <a:custGeom xmlns:a="http://schemas.openxmlformats.org/drawingml/2006/main"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6A6E8-2DA9-4BE9-98C4-B96B6F8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60" y="363116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9AEFA-1A17-4F38-80AE-8261388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3" name="通過：加入 Q">
            <a:extLst xmlns:a="http://schemas.openxmlformats.org/drawingml/2006/main">
              <a:ext uri="{FF2B5EF4-FFF2-40B4-BE49-F238E27FC236}">
                <a16:creationId xmlns:a16="http://schemas.microsoft.com/office/drawing/2014/main" id="{4F8B1EFC-7731-4F36-8DFF-E5273EA3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576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通過：加入 Q</a:t>
            </a:r>
          </a:p>
        </p:txBody>
      </p:sp>
      <p:sp>
        <p:nvSpPr>
          <p:cNvPr id="34" name="藍：嘗試　綠：保留　紅叉：拒絕　橘：前包占用">
            <a:extLst xmlns:a="http://schemas.openxmlformats.org/drawingml/2006/main">
              <a:ext uri="{FF2B5EF4-FFF2-40B4-BE49-F238E27FC236}">
                <a16:creationId xmlns:a16="http://schemas.microsoft.com/office/drawing/2014/main" id="{909D12FE-D4F0-48BF-A3AC-AEE067E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藍：嘗試　綠：保留　紅叉：拒絕　橘：前包占用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環境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308292AE-209E-4794-B944-EC1196A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研究環境：中央規劃、節點執行</a:t>
            </a:r>
          </a:p>
        </p:txBody>
      </p:sp>
      <p:sp>
        <p:nvSpPr>
          <p:cNvPr id="2" name="已知 contact 與 bundle 請求">
            <a:extLst xmlns:a="http://schemas.openxmlformats.org/drawingml/2006/main">
              <a:ext uri="{FF2B5EF4-FFF2-40B4-BE49-F238E27FC236}">
                <a16:creationId xmlns:a16="http://schemas.microsoft.com/office/drawing/2014/main" id="{71E00FA5-11A7-475E-AB16-9AEB791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938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已知 contact 與 bundle 請求</a:t>
            </a:r>
          </a:p>
        </p:txBody>
      </p:sp>
      <p:sp>
        <p:nvSpPr>
          <p:cNvPr id="3" name="Contact plan&#10;Bundle requests">
            <a:extLst xmlns:a="http://schemas.openxmlformats.org/drawingml/2006/main">
              <a:ext uri="{FF2B5EF4-FFF2-40B4-BE49-F238E27FC236}">
                <a16:creationId xmlns:a16="http://schemas.microsoft.com/office/drawing/2014/main" id="{4018ED57-C30D-47C8-B46D-4A5E09C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ctr"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D8F22-289F-45CE-B81C-9D7D87E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中央規劃器&#10;路由計算&#10;傳送排程&#10;資源預約">
            <a:extLst xmlns:a="http://schemas.openxmlformats.org/drawingml/2006/main">
              <a:ext uri="{FF2B5EF4-FFF2-40B4-BE49-F238E27FC236}">
                <a16:creationId xmlns:a16="http://schemas.microsoft.com/office/drawing/2014/main" id="{55333FD0-D79E-4CB9-A3B6-DF8A75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路由計算</a:t>
            </a:r>
          </a:p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傳送排程</a:t>
            </a:r>
          </a:p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資源預約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DC20F-712E-41E3-8F21-8F1A8F9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7" name="相關節點&#10;保存 bundle&#10;依局部排程轉送">
            <a:extLst xmlns:a="http://schemas.openxmlformats.org/drawingml/2006/main">
              <a:ext uri="{FF2B5EF4-FFF2-40B4-BE49-F238E27FC236}">
                <a16:creationId xmlns:a16="http://schemas.microsoft.com/office/drawing/2014/main" id="{4C92C1CA-FA74-4ED4-8D66-0EC011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pPr algn="ctr"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保存 bundle</a:t>
            </a:r>
          </a:p>
          <a:p xmlns:a="http://schemas.openxmlformats.org/drawingml/2006/main">
            <a:pPr algn="ctr"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依局部排程轉送</a:t>
            </a:r>
          </a:p>
        </p:txBody>
      </p:sp>
      <p:sp>
        <p:nvSpPr>
          <p:cNvPr id="8" name="中央端維護全域 R_c 與 O_v(t)">
            <a:extLst xmlns:a="http://schemas.openxmlformats.org/drawingml/2006/main">
              <a:ext uri="{FF2B5EF4-FFF2-40B4-BE49-F238E27FC236}">
                <a16:creationId xmlns:a16="http://schemas.microsoft.com/office/drawing/2014/main" id="{1784BB67-F4D4-41E3-8397-C042E20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13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中央端維護全域 R_c 與 O_v(t)</a:t>
            </a:r>
          </a:p>
        </p:txBody>
      </p:sp>
      <p:sp>
        <p:nvSpPr>
          <p:cNvPr id="9" name="節點只取得與自己相關的 contact 與傳送指令">
            <a:extLst xmlns:a="http://schemas.openxmlformats.org/drawingml/2006/main">
              <a:ext uri="{FF2B5EF4-FFF2-40B4-BE49-F238E27FC236}">
                <a16:creationId xmlns:a16="http://schemas.microsoft.com/office/drawing/2014/main" id="{F630D0B1-C416-42C5-B73E-12A7042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64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節點只取得與自己相關的 contact 與傳送指令</a:t>
            </a:r>
          </a:p>
        </p:txBody>
      </p:sp>
      <p:sp>
        <p:nvSpPr>
          <p:cNvPr id="10" name="A 路徑接受後更新資源狀態，再以更新後的狀態替 B 搜尋">
            <a:extLst xmlns:a="http://schemas.openxmlformats.org/drawingml/2006/main">
              <a:ext uri="{FF2B5EF4-FFF2-40B4-BE49-F238E27FC236}">
                <a16:creationId xmlns:a16="http://schemas.microsoft.com/office/drawing/2014/main" id="{9F170DDF-EE00-41E5-AA86-7D32C96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A 路徑接受後更新資源狀態，再以更新後的狀態替 B 搜尋</a:t>
            </a:r>
          </a:p>
        </p:txBody>
      </p:sp>
      <p:sp>
        <p:nvSpPr>
          <p:cNvPr id="11" name="takeaway-2">
            <a:extLst xmlns:a="http://schemas.openxmlformats.org/drawingml/2006/main">
              <a:ext uri="{FF2B5EF4-FFF2-40B4-BE49-F238E27FC236}">
                <a16:creationId xmlns:a16="http://schemas.microsoft.com/office/drawing/2014/main" id="{6E2176B1-EB19-4825-A60C-8602A8E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全域決策集中在中央端，節點負責實際 store-and-forward。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99B76C91-3DEF-403D-B104-512F3DC1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1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目前版本的研究範圍">
            <a:extLst xmlns:a="http://schemas.openxmlformats.org/drawingml/2006/main">
              <a:ext uri="{FF2B5EF4-FFF2-40B4-BE49-F238E27FC236}">
                <a16:creationId xmlns:a16="http://schemas.microsoft.com/office/drawing/2014/main" id="{74B5A061-A808-48A8-9C15-F81B27D0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目前版本的研究範圍</a:t>
            </a:r>
          </a:p>
        </p:txBody>
      </p:sp>
      <p:sp>
        <p:nvSpPr>
          <p:cNvPr id="2" name="現行 v04">
            <a:extLst xmlns:a="http://schemas.openxmlformats.org/drawingml/2006/main">
              <a:ext uri="{FF2B5EF4-FFF2-40B4-BE49-F238E27FC236}">
                <a16:creationId xmlns:a16="http://schemas.microsoft.com/office/drawing/2014/main" id="{1EAB14B0-0DA0-413F-8019-A4A679B2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現行 v04</a:t>
            </a:r>
          </a:p>
        </p:txBody>
      </p:sp>
      <p:sp>
        <p:nvSpPr>
          <p:cNvPr id="3" name="後續擴充">
            <a:extLst xmlns:a="http://schemas.openxmlformats.org/drawingml/2006/main">
              <a:ext uri="{FF2B5EF4-FFF2-40B4-BE49-F238E27FC236}">
                <a16:creationId xmlns:a16="http://schemas.microsoft.com/office/drawing/2014/main" id="{DA028474-E7D9-43C9-901E-D6567404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55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後續擴充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0FC5A-463B-4FA5-AA99-0EA3524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9525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✓ 中央端逐包處理&#10;✓ 不可分割 bundle&#10;✓ 完整 tra">
            <a:extLst xmlns:a="http://schemas.openxmlformats.org/drawingml/2006/main">
              <a:ext uri="{FF2B5EF4-FFF2-40B4-BE49-F238E27FC236}">
                <a16:creationId xmlns:a16="http://schemas.microsoft.com/office/drawing/2014/main" id="{3E3C53EB-0749-43D1-ACE9-FE1271E6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4572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中央端逐包處理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不可分割 bundle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完整 transmission delay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Aggregate quota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逐 byte buffer 占用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有限時間格點上的最早到達</a:t>
            </a:r>
          </a:p>
        </p:txBody>
      </p:sp>
      <p:sp>
        <p:nvSpPr>
          <p:cNvPr id="6" name="○ Transmission calendar&#10;○ 連續時間搜尋">
            <a:extLst xmlns:a="http://schemas.openxmlformats.org/drawingml/2006/main">
              <a:ext uri="{FF2B5EF4-FFF2-40B4-BE49-F238E27FC236}">
                <a16:creationId xmlns:a16="http://schemas.microsoft.com/office/drawing/2014/main" id="{B2C93475-BC53-4263-9BF0-38BF100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333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Transmission calendar</a:t>
            </a:r>
          </a:p>
          <a:p xmlns:a="http://schemas.openxmlformats.org/drawingml/2006/main">
            <a:pPr algn="l"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連續時間搜尋</a:t>
            </a:r>
          </a:p>
          <a:p xmlns:a="http://schemas.openxmlformats.org/drawingml/2006/main">
            <a:pPr algn="l"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多包聯合最佳化</a:t>
            </a:r>
          </a:p>
          <a:p xmlns:a="http://schemas.openxmlformats.org/drawingml/2006/main">
            <a:pPr algn="l"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動態 contact 中斷</a:t>
            </a:r>
          </a:p>
          <a:p xmlns:a="http://schemas.openxmlformats.org/drawingml/2006/main">
            <a:pPr algn="l"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控制訊息成本</a:t>
            </a:r>
          </a:p>
          <a:p xmlns:a="http://schemas.openxmlformats.org/drawingml/2006/main">
            <a:pPr algn="l"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分散式資源同步</a:t>
            </a:r>
          </a:p>
        </p:txBody>
      </p:sp>
      <p:sp>
        <p:nvSpPr>
          <p:cNvPr id="7" name="目前結論只適用於左側明列的模型">
            <a:extLst xmlns:a="http://schemas.openxmlformats.org/drawingml/2006/main">
              <a:ext uri="{FF2B5EF4-FFF2-40B4-BE49-F238E27FC236}">
                <a16:creationId xmlns:a16="http://schemas.microsoft.com/office/drawing/2014/main" id="{46D8B87D-9A77-42D1-82EA-F029C9AF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目前結論只適用於左側明列的模型</a:t>
            </a:r>
          </a:p>
        </p:txBody>
      </p:sp>
      <p:sp>
        <p:nvSpPr>
          <p:cNvPr id="8" name="takeaway-3">
            <a:extLst xmlns:a="http://schemas.openxmlformats.org/drawingml/2006/main">
              <a:ext uri="{FF2B5EF4-FFF2-40B4-BE49-F238E27FC236}">
                <a16:creationId xmlns:a16="http://schemas.microsoft.com/office/drawing/2014/main" id="{6C0BFDCC-E5C3-482A-A484-80B38891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68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本次報告說明已完成的模型，尚未把 aggregate quota 當成 transmission calendar。</a:t>
            </a:r>
          </a:p>
        </p:txBody>
      </p:sp>
      <p:sp>
        <p:nvSpPr>
          <p:cNvPr id="9" name="page-3">
            <a:extLst xmlns:a="http://schemas.openxmlformats.org/drawingml/2006/main">
              <a:ext uri="{FF2B5EF4-FFF2-40B4-BE49-F238E27FC236}">
                <a16:creationId xmlns:a16="http://schemas.microsoft.com/office/drawing/2014/main" id="{B142FC86-1C0E-4A47-B46B-3E28F468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3645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2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257425"/>
            <a:ext cx="34004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</a:ln>
        </p:spPr>
      </p:cxnSp>
      <p:cxnSp>
        <p:nvCxnSpPr>
          <p:cNvPr id="18" name=""/>
          <p:cNvCxnSpPr>
            <a:stCxn xmlns:a="http://schemas.openxmlformats.org/drawingml/2006/main" id="2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2574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43B"/>
            </a:solidFill>
          </a:ln>
        </p:spPr>
      </p:cxnSp>
      <p:cxnSp>
        <p:nvCxnSpPr>
          <p:cNvPr id="19" name=""/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543175" y="2257425"/>
            <a:ext cx="35528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399"/>
            </a:solidFill>
          </a:ln>
        </p:spPr>
      </p:cxnSp>
      <p:sp>
        <p:nvSpPr>
          <p:cNvPr id="20" name="Q 與 U 的讀法">
            <a:extLst xmlns:a="http://schemas.openxmlformats.org/drawingml/2006/main">
              <a:ext uri="{FF2B5EF4-FFF2-40B4-BE49-F238E27FC236}">
                <a16:creationId xmlns:a16="http://schemas.microsoft.com/office/drawing/2014/main" id="{D83F66B3-B118-4816-9BB7-3ADD335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與 U 的讀法</a:t>
            </a:r>
          </a:p>
        </p:txBody>
      </p:sp>
      <p:sp>
        <p:nvSpPr>
          <p:cNvPr id="2" name="L = (v, a, U)">
            <a:extLst xmlns:a="http://schemas.openxmlformats.org/drawingml/2006/main">
              <a:ext uri="{FF2B5EF4-FFF2-40B4-BE49-F238E27FC236}">
                <a16:creationId xmlns:a16="http://schemas.microsoft.com/office/drawing/2014/main" id="{DAA95CF2-661C-4B5A-92E7-775398FE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0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(v, a, U)</a:t>
            </a:r>
          </a:p>
        </p:txBody>
      </p:sp>
      <p:sp>
        <p:nvSpPr>
          <p:cNvPr id="3" name="目前節點 v">
            <a:extLst xmlns:a="http://schemas.openxmlformats.org/drawingml/2006/main">
              <a:ext uri="{FF2B5EF4-FFF2-40B4-BE49-F238E27FC236}">
                <a16:creationId xmlns:a16="http://schemas.microsoft.com/office/drawing/2014/main" id="{9C8A3267-3BD4-4C0D-99CA-B4148C4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目前節點 v</a:t>
            </a:r>
          </a:p>
        </p:txBody>
      </p:sp>
      <p:sp>
        <p:nvSpPr>
          <p:cNvPr id="4" name="完整到達時間 a">
            <a:extLst xmlns:a="http://schemas.openxmlformats.org/drawingml/2006/main">
              <a:ext uri="{FF2B5EF4-FFF2-40B4-BE49-F238E27FC236}">
                <a16:creationId xmlns:a16="http://schemas.microsoft.com/office/drawing/2014/main" id="{6B0E1503-3446-4F00-9A18-36F7652B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完整到達時間 a</a:t>
            </a:r>
          </a:p>
        </p:txBody>
      </p:sp>
      <p:sp>
        <p:nvSpPr>
          <p:cNvPr id="5" name="本候選路徑用量 U">
            <a:extLst xmlns:a="http://schemas.openxmlformats.org/drawingml/2006/main">
              <a:ext uri="{FF2B5EF4-FFF2-40B4-BE49-F238E27FC236}">
                <a16:creationId xmlns:a16="http://schemas.microsoft.com/office/drawing/2014/main" id="{C5049BAC-A428-4642-8EDB-BB09DFA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17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本候選路徑用量 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8CAA2-53EA-4CDE-8E98-0A166139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05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solidFill>
              <a:srgbClr val="3333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543C5-0776-4E38-9756-D7D0DBBC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05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0">
            <a:solidFill>
              <a:srgbClr val="16743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AA48D-5AD1-473F-AA0D-71F7ED71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05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2" name="例：L₂=(B,8,U={c4:4})">
            <a:extLst xmlns:a="http://schemas.openxmlformats.org/drawingml/2006/main">
              <a:ext uri="{FF2B5EF4-FFF2-40B4-BE49-F238E27FC236}">
                <a16:creationId xmlns:a16="http://schemas.microsoft.com/office/drawing/2014/main" id="{83D1197D-CECC-47CC-BB6C-9DDEFD66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例：L₂=(B,8,U={c4:4})</a:t>
            </a:r>
          </a:p>
        </p:txBody>
      </p:sp>
      <p:sp>
        <p:nvSpPr>
          <p:cNvPr id="13" name="表示候選路徑到 B 的時間是 8 秒，且目前只在 c4 使用 4">
            <a:extLst xmlns:a="http://schemas.openxmlformats.org/drawingml/2006/main">
              <a:ext uri="{FF2B5EF4-FFF2-40B4-BE49-F238E27FC236}">
                <a16:creationId xmlns:a16="http://schemas.microsoft.com/office/drawing/2014/main" id="{28D5884E-026D-4C9F-8416-44FC3918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978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表示候選路徑到 B 的時間是 8 秒，且目前只在 c4 使用 4 MB；未列出的 contacts 用量皆為 0。</a:t>
            </a:r>
          </a:p>
        </p:txBody>
      </p:sp>
      <p:sp>
        <p:nvSpPr>
          <p:cNvPr id="14" name="Q 依 a 由小到大排列，內容是尚待取出與延伸的 labels。">
            <a:extLst xmlns:a="http://schemas.openxmlformats.org/drawingml/2006/main">
              <a:ext uri="{FF2B5EF4-FFF2-40B4-BE49-F238E27FC236}">
                <a16:creationId xmlns:a16="http://schemas.microsoft.com/office/drawing/2014/main" id="{169CA617-27D2-4C31-BA2B-AB9E08C8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依 a 由小到大排列，內容是尚待取出與延伸的 labels。</a:t>
            </a:r>
          </a:p>
        </p:txBody>
      </p:sp>
      <p:sp>
        <p:nvSpPr>
          <p:cNvPr id="15" name="takeaway-4">
            <a:extLst xmlns:a="http://schemas.openxmlformats.org/drawingml/2006/main">
              <a:ext uri="{FF2B5EF4-FFF2-40B4-BE49-F238E27FC236}">
                <a16:creationId xmlns:a16="http://schemas.microsoft.com/office/drawing/2014/main" id="{115D3A50-FBE7-4404-8BFB-DDF300B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後續每一頁都會列出 Q 的完整 labels，直接觀察 U 如何隨路徑延伸。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36A1F7F-F151-498B-80AA-FE093C8D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653088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01　固定拓樸與兩包需求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3" name="第一包 X→D（g=0）；第二包 A→D（g=1），依序搜尋。">
            <a:extLst xmlns:a="http://schemas.openxmlformats.org/drawingml/2006/main">
              <a:ext uri="{FF2B5EF4-FFF2-40B4-BE49-F238E27FC236}">
                <a16:creationId xmlns:a16="http://schemas.microsoft.com/office/drawing/2014/main" id="{A5089E99-7D7E-4252-809C-6540D4C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X→D（g=0）；第二包 A→D（g=1），依序搜尋。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EDA848D-48DF-4D1C-9BE6-DFF9427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每包 4 MB，傳一跳需要 1 秒">
            <a:extLst xmlns:a="http://schemas.openxmlformats.org/drawingml/2006/main">
              <a:ext uri="{FF2B5EF4-FFF2-40B4-BE49-F238E27FC236}">
                <a16:creationId xmlns:a16="http://schemas.microsoft.com/office/drawing/2014/main" id="{26EA6261-363E-456D-8F27-66682FE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每包 4 MB，傳一跳需要 1 秒</a:t>
            </a:r>
          </a:p>
        </p:txBody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847C6BBF-7995-4E99-9516-37E4465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975B19-BCD0-4135-8353-F6D73F3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9CE22D-AB6D-44B3-ADB1-2853ED0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193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B169E802-7099-415D-8196-211BAB5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400B1-A55C-4167-8642-470F486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5A860E-47D3-49E4-89F1-D56FD75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c3">
            <a:extLst xmlns:a="http://schemas.openxmlformats.org/drawingml/2006/main">
              <a:ext uri="{FF2B5EF4-FFF2-40B4-BE49-F238E27FC236}">
                <a16:creationId xmlns:a16="http://schemas.microsoft.com/office/drawing/2014/main" id="{637DE918-99FD-486F-A110-90E5564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81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F0F901-4E6E-4BEE-990C-004C11B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4957B4-BFDB-4E84-9FD1-57C8384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6670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8" name="c4">
            <a:extLst xmlns:a="http://schemas.openxmlformats.org/drawingml/2006/main">
              <a:ext uri="{FF2B5EF4-FFF2-40B4-BE49-F238E27FC236}">
                <a16:creationId xmlns:a16="http://schemas.microsoft.com/office/drawing/2014/main" id="{D17CCA23-D8ED-4BF6-9DFC-D4FD1B8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97A64F-A4FE-401F-8150-0D86D4B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089B36-0EDB-44AE-B2E9-C8BB77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990850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1" name="c5">
            <a:extLst xmlns:a="http://schemas.openxmlformats.org/drawingml/2006/main">
              <a:ext uri="{FF2B5EF4-FFF2-40B4-BE49-F238E27FC236}">
                <a16:creationId xmlns:a16="http://schemas.microsoft.com/office/drawing/2014/main" id="{DE908516-2E1E-48DC-A2E7-3EA4A13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289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2E9DAD-8665-49CC-B8DC-CA393F5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65CEE-FCD1-4892-A45B-4B5C320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3147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4" name="c6">
            <a:extLst xmlns:a="http://schemas.openxmlformats.org/drawingml/2006/main">
              <a:ext uri="{FF2B5EF4-FFF2-40B4-BE49-F238E27FC236}">
                <a16:creationId xmlns:a16="http://schemas.microsoft.com/office/drawing/2014/main" id="{6184F47E-188B-49FC-BC18-551A94F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F7C9AC-EC8F-4230-BF85-BC673E3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1945C8-CBD6-4455-B223-6682C92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6385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7" name="c7">
            <a:extLst xmlns:a="http://schemas.openxmlformats.org/drawingml/2006/main">
              <a:ext uri="{FF2B5EF4-FFF2-40B4-BE49-F238E27FC236}">
                <a16:creationId xmlns:a16="http://schemas.microsoft.com/office/drawing/2014/main" id="{4F579B05-AEFD-4D56-BC20-B65845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B81DAE-05CE-4668-BC05-81DBB72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9EA17D-F585-40BA-97C6-488407F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624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0" name="c8">
            <a:extLst xmlns:a="http://schemas.openxmlformats.org/drawingml/2006/main">
              <a:ext uri="{FF2B5EF4-FFF2-40B4-BE49-F238E27FC236}">
                <a16:creationId xmlns:a16="http://schemas.microsoft.com/office/drawing/2014/main" id="{D4240DD7-4022-40AD-B590-51B72D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394CAD-F639-4086-B72A-A93FAB1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2D6BBA-0A53-4B51-9EF5-6503956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2862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367D96-4027-4F3F-B9DD-2104242E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DDB5DE-76B2-4E4D-B4C6-CDFD76F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5" name="0">
            <a:extLst xmlns:a="http://schemas.openxmlformats.org/drawingml/2006/main">
              <a:ext uri="{FF2B5EF4-FFF2-40B4-BE49-F238E27FC236}">
                <a16:creationId xmlns:a16="http://schemas.microsoft.com/office/drawing/2014/main" id="{ED640A71-1935-4705-8289-8AAFAF2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7279B9-1BCF-4941-B9CD-607D18B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7" name="2">
            <a:extLst xmlns:a="http://schemas.openxmlformats.org/drawingml/2006/main">
              <a:ext uri="{FF2B5EF4-FFF2-40B4-BE49-F238E27FC236}">
                <a16:creationId xmlns:a16="http://schemas.microsoft.com/office/drawing/2014/main" id="{ECF85465-622E-4E41-AB9C-D218F2F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CD899B-A380-49E8-BE02-5F24AA1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9" name="4">
            <a:extLst xmlns:a="http://schemas.openxmlformats.org/drawingml/2006/main">
              <a:ext uri="{FF2B5EF4-FFF2-40B4-BE49-F238E27FC236}">
                <a16:creationId xmlns:a16="http://schemas.microsoft.com/office/drawing/2014/main" id="{C4B11492-8BC0-4722-850F-D3F0F4E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EB21D0-4663-497A-90F5-8EE462F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1" name="6">
            <a:extLst xmlns:a="http://schemas.openxmlformats.org/drawingml/2006/main">
              <a:ext uri="{FF2B5EF4-FFF2-40B4-BE49-F238E27FC236}">
                <a16:creationId xmlns:a16="http://schemas.microsoft.com/office/drawing/2014/main" id="{2526FED1-379B-4849-8D57-5CB8AE7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A0FFD8-25A5-48C9-90FC-1CF9910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3" name="8">
            <a:extLst xmlns:a="http://schemas.openxmlformats.org/drawingml/2006/main">
              <a:ext uri="{FF2B5EF4-FFF2-40B4-BE49-F238E27FC236}">
                <a16:creationId xmlns:a16="http://schemas.microsoft.com/office/drawing/2014/main" id="{931E9CF4-C16C-4B9F-A505-7EC88F0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BA7EBA1-A99F-4E8D-8874-0BC53CE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5" name="10">
            <a:extLst xmlns:a="http://schemas.openxmlformats.org/drawingml/2006/main">
              <a:ext uri="{FF2B5EF4-FFF2-40B4-BE49-F238E27FC236}">
                <a16:creationId xmlns:a16="http://schemas.microsoft.com/office/drawing/2014/main" id="{3A00D3CF-D95C-42E5-A2B6-782B44F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78F253-70FB-4FB6-910D-01E0EDE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7" name="12">
            <a:extLst xmlns:a="http://schemas.openxmlformats.org/drawingml/2006/main">
              <a:ext uri="{FF2B5EF4-FFF2-40B4-BE49-F238E27FC236}">
                <a16:creationId xmlns:a16="http://schemas.microsoft.com/office/drawing/2014/main" id="{90C301B0-DA42-42B9-A722-C6B6C7F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78" name="秒">
            <a:extLst xmlns:a="http://schemas.openxmlformats.org/drawingml/2006/main">
              <a:ext uri="{FF2B5EF4-FFF2-40B4-BE49-F238E27FC236}">
                <a16:creationId xmlns:a16="http://schemas.microsoft.com/office/drawing/2014/main" id="{9A231F98-18F6-44B2-9DD1-F21DB98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714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各節點 buffer 上限 4 MB</a:t>
            </a:r>
          </a:p>
        </p:txBody>
      </p:sp>
    </p:spTree>
    <p:extLst>
      <p:ext uri="{BB962C8B-B14F-4D97-AF65-F5344CB8AC3E}">
        <p14:creationId xmlns:p14="http://schemas.microsoft.com/office/powerpoint/2010/main" val="4224337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2　第一包：X 經 c1 到 B">
            <a:extLst xmlns:a="http://schemas.openxmlformats.org/drawingml/2006/main">
              <a:ext uri="{FF2B5EF4-FFF2-40B4-BE49-F238E27FC236}">
                <a16:creationId xmlns:a16="http://schemas.microsoft.com/office/drawing/2014/main" id="{6A687F78-A6FC-4236-BFCB-A1CE26C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02　第一包：X 經 c1 到 B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49C2689B-3202-43B9-B51B-A202134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" name="c1：0+4≤4；X 與 B 的占用峰值都為 4 MB，因此建立">
            <a:extLst xmlns:a="http://schemas.openxmlformats.org/drawingml/2006/main">
              <a:ext uri="{FF2B5EF4-FFF2-40B4-BE49-F238E27FC236}">
                <a16:creationId xmlns:a16="http://schemas.microsoft.com/office/drawing/2014/main" id="{29FE7263-9BA2-4A2D-8598-2F43890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c1：0+4≤4；X 與 B 的占用峰值都為 4 MB，因此建立 L₁。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504C2-C0AA-4D85-B7EC-347DF78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7D457-4198-4E4A-8F36-5E58FA4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9665875-DFC0-4820-85C6-0C3DFDE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AB3D7-4A03-498A-8457-9024AF6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D0208-637F-4915-8F28-9E4B8AB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09CB55A-8292-4EFD-AECE-C2F1DE6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0F236-B467-4AF1-AE29-B8BC668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4604C-C4A4-4C86-B306-BA22EF4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02F16C2-5777-4A53-BE5A-995935D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EABC2-0023-4B4C-BF8C-2962E79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1A91C-7E74-4A9E-A91D-2D54E8E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D48A92D-DF60-450F-B446-7AAED32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FDAD5-B8C4-4D76-A0BA-C29554C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82159-0350-4C2F-9AEC-A6A837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3012E47-3FF2-4DB2-B769-84074E0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FB4F5-3A02-4EE5-AE9D-F7DF594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ADABF-8D20-47D2-B6D8-35117C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F3EDEF7-F27A-4D9D-8688-A7544BF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B9B57-5B37-4A44-A752-335FE7B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1AD67-FEF3-4854-A820-B8A46F8E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52FBCD03-5CAD-41B8-B7A7-3BF114C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7428E-F94A-46FC-89A6-27912DC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4C75B-AD18-4E81-944D-46EF592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8CD4C5F-271C-4253-9107-BFE84FE6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B5142-3D38-43F2-BB67-A0E9534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1FFA838-B0B8-4F10-AC75-11A34CE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87A93D-D821-4937-AF3C-550088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2234B9C-D9F6-46A6-900C-E962F3D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008F5-E6C8-404A-90B9-3F0B6E8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8118CA9-1B19-48BA-9944-7E37C88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362597-7459-475E-9821-306540D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BEF37F97-2497-4BC0-94B5-57E8051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E672F2-1DD4-4AF3-91B5-D3E65D1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AED4C7F9-B26C-4896-92E4-6C8F9F9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c1：發送與接收都在 2～3 秒">
            <a:extLst xmlns:a="http://schemas.openxmlformats.org/drawingml/2006/main">
              <a:ext uri="{FF2B5EF4-FFF2-40B4-BE49-F238E27FC236}">
                <a16:creationId xmlns:a16="http://schemas.microsoft.com/office/drawing/2014/main" id="{4D2369B8-0B43-4338-BA0B-2EA2D8F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c1：發送與接收都在 2～3 秒</a:t>
            </a:r>
          </a:p>
        </p:txBody>
      </p:sp>
      <p:sp>
        <p:nvSpPr>
          <p:cNvPr id="39" name="X 等待">
            <a:extLst xmlns:a="http://schemas.openxmlformats.org/drawingml/2006/main">
              <a:ext uri="{FF2B5EF4-FFF2-40B4-BE49-F238E27FC236}">
                <a16:creationId xmlns:a16="http://schemas.microsoft.com/office/drawing/2014/main" id="{72A5747C-7C01-4FA6-A47F-F7E6716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等待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522070-D028-41E1-AA5E-13933B5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291C53-0B0C-4DD7-BA77-A5197EA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B"/>
          </a:solidFill>
          <a:ln xmlns:a="http://schemas.openxmlformats.org/drawingml/2006/main" w="14288">
            <a:solidFill>
              <a:srgbClr val="D5D5DB"/>
            </a:solidFill>
          </a:ln>
        </p:spPr>
      </p:sp>
      <p:sp>
        <p:nvSpPr>
          <p:cNvPr id="42" name="X 發送">
            <a:extLst xmlns:a="http://schemas.openxmlformats.org/drawingml/2006/main">
              <a:ext uri="{FF2B5EF4-FFF2-40B4-BE49-F238E27FC236}">
                <a16:creationId xmlns:a16="http://schemas.microsoft.com/office/drawing/2014/main" id="{6BB2CD00-1DC3-40B7-9667-D1142CB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發送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1CF40E-20BC-472F-93EC-3C98967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0ECCC8-93B6-4FEB-9FC2-5BAC00C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B 接收">
            <a:extLst xmlns:a="http://schemas.openxmlformats.org/drawingml/2006/main">
              <a:ext uri="{FF2B5EF4-FFF2-40B4-BE49-F238E27FC236}">
                <a16:creationId xmlns:a16="http://schemas.microsoft.com/office/drawing/2014/main" id="{77917FB2-7EA1-4313-B476-DBCDD71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DD2462-2DF8-44DF-A964-2FBFC05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E4B5B5-9AB9-47E2-B08E-96F702F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22C55F-0E11-4943-BD2C-96E030C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EC7DBD-3B2C-417C-8679-A72FB0B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92AA55-BA42-4575-95CE-A698A0F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12841A0F-972A-465B-9DD5-D0D3FA7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675B82-3DC2-4734-8D40-796DA83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1">
            <a:extLst xmlns:a="http://schemas.openxmlformats.org/drawingml/2006/main">
              <a:ext uri="{FF2B5EF4-FFF2-40B4-BE49-F238E27FC236}">
                <a16:creationId xmlns:a16="http://schemas.microsoft.com/office/drawing/2014/main" id="{0E2A1F7A-0215-48C3-BC08-1C0BB4B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35E44C-CE81-432D-8395-1ACAECF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2">
            <a:extLst xmlns:a="http://schemas.openxmlformats.org/drawingml/2006/main">
              <a:ext uri="{FF2B5EF4-FFF2-40B4-BE49-F238E27FC236}">
                <a16:creationId xmlns:a16="http://schemas.microsoft.com/office/drawing/2014/main" id="{9AFF4166-A520-4C8D-8F81-CF88D58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48A40D-F4AC-4CA9-9FBD-EE39C73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3">
            <a:extLst xmlns:a="http://schemas.openxmlformats.org/drawingml/2006/main">
              <a:ext uri="{FF2B5EF4-FFF2-40B4-BE49-F238E27FC236}">
                <a16:creationId xmlns:a16="http://schemas.microsoft.com/office/drawing/2014/main" id="{4AAB76AE-AE11-4854-B568-034550F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8DAB91-1878-449F-8B78-6D9964F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4">
            <a:extLst xmlns:a="http://schemas.openxmlformats.org/drawingml/2006/main">
              <a:ext uri="{FF2B5EF4-FFF2-40B4-BE49-F238E27FC236}">
                <a16:creationId xmlns:a16="http://schemas.microsoft.com/office/drawing/2014/main" id="{3420AB9F-A99F-4760-99EE-707DB6C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0" name="秒">
            <a:extLst xmlns:a="http://schemas.openxmlformats.org/drawingml/2006/main">
              <a:ext uri="{FF2B5EF4-FFF2-40B4-BE49-F238E27FC236}">
                <a16:creationId xmlns:a16="http://schemas.microsoft.com/office/drawing/2014/main" id="{F58B1BF9-BD35-4857-A5D2-F0B784B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1" name="L₁ = (B, 3, {c1:4})">
            <a:extLst xmlns:a="http://schemas.openxmlformats.org/drawingml/2006/main">
              <a:ext uri="{FF2B5EF4-FFF2-40B4-BE49-F238E27FC236}">
                <a16:creationId xmlns:a16="http://schemas.microsoft.com/office/drawing/2014/main" id="{FBC3A50B-9584-4941-8805-94F981A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L₁ = (B, 3, {c1:4})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F120D6CB-6665-4EAE-8F87-5F5B6DC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₀(X,0)] → 取出 L₀">
            <a:extLst xmlns:a="http://schemas.openxmlformats.org/drawingml/2006/main">
              <a:ext uri="{FF2B5EF4-FFF2-40B4-BE49-F238E27FC236}">
                <a16:creationId xmlns:a16="http://schemas.microsoft.com/office/drawing/2014/main" id="{2D3AD0F7-4B69-4A85-A603-78B0593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[L₀(X,0,U=∅)] → 取出 L₀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F774BB-3750-4C9A-B23A-5C8E427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95BD54-3E60-4508-A0E3-7EFA4C4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9695D9D9-8AF0-490C-A4F6-CB1B551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[L₁(B,3)]">
            <a:extLst xmlns:a="http://schemas.openxmlformats.org/drawingml/2006/main">
              <a:ext uri="{FF2B5EF4-FFF2-40B4-BE49-F238E27FC236}">
                <a16:creationId xmlns:a16="http://schemas.microsoft.com/office/drawing/2014/main" id="{AEBEAD96-F1ED-43DB-8189-858926E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[L₁(B,3,U={c1:4})]</a:t>
            </a:r>
          </a:p>
        </p:txBody>
      </p:sp>
    </p:spTree>
    <p:extLst>
      <p:ext uri="{BB962C8B-B14F-4D97-AF65-F5344CB8AC3E}">
        <p14:creationId xmlns:p14="http://schemas.microsoft.com/office/powerpoint/2010/main" val="17877521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3　第一包：在 B 比較 c2、c5">
            <a:extLst xmlns:a="http://schemas.openxmlformats.org/drawingml/2006/main">
              <a:ext uri="{FF2B5EF4-FFF2-40B4-BE49-F238E27FC236}">
                <a16:creationId xmlns:a16="http://schemas.microsoft.com/office/drawing/2014/main" id="{86A77F8A-AE81-4B07-8FBB-1DBBB8A9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03　第一包：在 B 比較 c2、c5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BC3FFBC6-8E7D-40F3-8E72-AD68636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3" name="兩條路徑都可行。先保留 D 的第 8 秒與第 12 秒標籤。">
            <a:extLst xmlns:a="http://schemas.openxmlformats.org/drawingml/2006/main">
              <a:ext uri="{FF2B5EF4-FFF2-40B4-BE49-F238E27FC236}">
                <a16:creationId xmlns:a16="http://schemas.microsoft.com/office/drawing/2014/main" id="{96EBEB97-2901-451B-A983-4F38A67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兩條路徑都可行。先保留 D 的第 8 秒與第 12 秒標籤。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17D45-8F54-4284-836E-4C8687E6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232C2-BBEB-4468-8C94-0BA6B55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E79C924-4BBF-4271-979F-D952AF2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35C13-3930-456B-A516-1F8E324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296E6-61D2-4BF1-AABE-FEAEF1F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349C1A1-90EB-4134-9A68-D0DD3EB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A1CD8-FFDF-4F6B-AA48-DC637C4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0A49D-BB82-4BF8-AE1D-1EF095F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56430F4-6D76-4F6E-A978-2257D5E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01050-33BD-4592-9CB4-33417CC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B2D57-9817-47D0-A7D1-76185685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AC8E846D-4C7D-4AA6-873C-CFEF070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29106-0439-41B1-A5B5-68E9FB0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EB777-74DB-4CBB-B208-6265AB4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64AF29EC-02F9-4204-BEE4-E58721C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AA0ED-9E78-41A3-8439-E92CFB0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DFD7A-F6F1-48CB-8AEF-05D7285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4AFD3FEA-FC8D-4B1C-B93E-5044142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6E17F-9697-4B85-972A-11ECB37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ABF2F-5F14-4B58-B0BB-0D7E9C8D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7998738-071B-4EAA-AF7F-493537B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CDDB2-B0DF-420E-9DA3-3748AEA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712B1-DA60-4A6E-AFCF-E806220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8A87576B-B3F0-4FFB-BE05-045550A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501F8-B80D-4D4D-90E0-F955740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8C6FC26C-C67A-4006-AAD2-48289CE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2E9179-4942-4343-A07A-8370BF3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DC3AE523-9389-488C-BCDA-1761651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D28FA4-3AC7-4307-8397-718EC4F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DE33318E-C5F9-4D8D-A36C-856618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4193E4-EF26-4393-A08F-4A85CC6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732CA900-2699-4E6C-9742-4E299AB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BC08E8-9825-4307-A37C-5D1F06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54F32CE-64FF-4FB3-A2DA-DA4DD10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發送完成後，還要傳播 1 秒">
            <a:extLst xmlns:a="http://schemas.openxmlformats.org/drawingml/2006/main">
              <a:ext uri="{FF2B5EF4-FFF2-40B4-BE49-F238E27FC236}">
                <a16:creationId xmlns:a16="http://schemas.microsoft.com/office/drawing/2014/main" id="{0133F317-4C6D-4C07-9857-0CA14AB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發送完成後，還要傳播 1 秒</a:t>
            </a:r>
          </a:p>
        </p:txBody>
      </p:sp>
      <p:sp>
        <p:nvSpPr>
          <p:cNvPr id="39" name="c2 發送">
            <a:extLst xmlns:a="http://schemas.openxmlformats.org/drawingml/2006/main">
              <a:ext uri="{FF2B5EF4-FFF2-40B4-BE49-F238E27FC236}">
                <a16:creationId xmlns:a16="http://schemas.microsoft.com/office/drawing/2014/main" id="{0713D5B6-E56F-481B-9C6F-0E0D0ED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 發送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4D9D5D-731A-42B6-87CA-FB48142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46145E-D1C8-4127-BCBD-221E49E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D 接收">
            <a:extLst xmlns:a="http://schemas.openxmlformats.org/drawingml/2006/main">
              <a:ext uri="{FF2B5EF4-FFF2-40B4-BE49-F238E27FC236}">
                <a16:creationId xmlns:a16="http://schemas.microsoft.com/office/drawing/2014/main" id="{21097CF2-F545-45E0-B494-8927262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060079-68BF-4940-96A1-F5873E6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F5BE1C-02CB-4F88-8629-CE245A2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5050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8CA3C6-985E-4B9B-A19D-8B37A5C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4003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c5 發送">
            <a:extLst xmlns:a="http://schemas.openxmlformats.org/drawingml/2006/main">
              <a:ext uri="{FF2B5EF4-FFF2-40B4-BE49-F238E27FC236}">
                <a16:creationId xmlns:a16="http://schemas.microsoft.com/office/drawing/2014/main" id="{7AD396D3-A4C2-4AC8-8C39-D3044AB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 發送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05F429-278B-4188-B6D7-4715D47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09A77-9466-4830-B3F0-E725057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622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D 接收">
            <a:extLst xmlns:a="http://schemas.openxmlformats.org/drawingml/2006/main">
              <a:ext uri="{FF2B5EF4-FFF2-40B4-BE49-F238E27FC236}">
                <a16:creationId xmlns:a16="http://schemas.microsoft.com/office/drawing/2014/main" id="{2B221F65-EB3E-4E83-AFD9-D48A83E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D77967-E0B5-455F-886B-285DD77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4180E7-ED4F-4823-86C3-EAE86A8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4194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02BDCB-9955-4DA3-BE5D-95465D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A8DB5A-20C4-4BDD-9592-A9A1FAE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BEE3EA-C3CF-4AAD-A337-43584AF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6">
            <a:extLst xmlns:a="http://schemas.openxmlformats.org/drawingml/2006/main">
              <a:ext uri="{FF2B5EF4-FFF2-40B4-BE49-F238E27FC236}">
                <a16:creationId xmlns:a16="http://schemas.microsoft.com/office/drawing/2014/main" id="{DBF23DF7-2425-41F5-83AE-E8FA971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4C2E47-7350-43F8-9B1C-95D0F44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052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8">
            <a:extLst xmlns:a="http://schemas.openxmlformats.org/drawingml/2006/main">
              <a:ext uri="{FF2B5EF4-FFF2-40B4-BE49-F238E27FC236}">
                <a16:creationId xmlns:a16="http://schemas.microsoft.com/office/drawing/2014/main" id="{7CF60D0E-235E-4325-97F9-AC44CD2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B983EC-D4F1-446E-9D7F-8D53D10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9052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0">
            <a:extLst xmlns:a="http://schemas.openxmlformats.org/drawingml/2006/main">
              <a:ext uri="{FF2B5EF4-FFF2-40B4-BE49-F238E27FC236}">
                <a16:creationId xmlns:a16="http://schemas.microsoft.com/office/drawing/2014/main" id="{763F1B5F-E00B-4EF4-B822-E3B2DC4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4320CF-16A4-4AC3-A9BE-C26C9049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1" name="12">
            <a:extLst xmlns:a="http://schemas.openxmlformats.org/drawingml/2006/main">
              <a:ext uri="{FF2B5EF4-FFF2-40B4-BE49-F238E27FC236}">
                <a16:creationId xmlns:a16="http://schemas.microsoft.com/office/drawing/2014/main" id="{69771F6E-FB9F-4CCA-83A9-A011986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2" name="秒">
            <a:extLst xmlns:a="http://schemas.openxmlformats.org/drawingml/2006/main">
              <a:ext uri="{FF2B5EF4-FFF2-40B4-BE49-F238E27FC236}">
                <a16:creationId xmlns:a16="http://schemas.microsoft.com/office/drawing/2014/main" id="{92DA8E67-2A3D-4D4B-938A-BC7DBF7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9814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3" name="L₂：D,8　　L₃：D,12">
            <a:extLst xmlns:a="http://schemas.openxmlformats.org/drawingml/2006/main">
              <a:ext uri="{FF2B5EF4-FFF2-40B4-BE49-F238E27FC236}">
                <a16:creationId xmlns:a16="http://schemas.microsoft.com/office/drawing/2014/main" id="{5CB35870-9278-4CF1-AFCE-CC4B077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L₂：D,8　　L₃：D,12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ADB4EBF7-62DE-4E2C-9D64-B3DD322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3)] → 取出 L₁">
            <a:extLst xmlns:a="http://schemas.openxmlformats.org/drawingml/2006/main">
              <a:ext uri="{FF2B5EF4-FFF2-40B4-BE49-F238E27FC236}">
                <a16:creationId xmlns:a16="http://schemas.microsoft.com/office/drawing/2014/main" id="{A04BD787-9903-47C6-8EE0-4CCAE97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[L₁(B,3,U={c1:4})] → 取出 L₁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F3F57D-F6E3-4CE7-8E04-74E5DC8E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F03CA5-8466-4C9C-83F7-9EEA920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CDF2CB24-D839-47FE-94E3-776941F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65FB0235-B231-4C95-85EA-EF7157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[L₂(D,8,U={c1:4,c2:4}), L₃(D,12,U={c1:4,c5:4})]</a:t>
            </a:r>
          </a:p>
        </p:txBody>
      </p:sp>
    </p:spTree>
    <p:extLst>
      <p:ext uri="{BB962C8B-B14F-4D97-AF65-F5344CB8AC3E}">
        <p14:creationId xmlns:p14="http://schemas.microsoft.com/office/powerpoint/2010/main" val="348381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4　第一包：選路並預約 Buffer">
            <a:extLst xmlns:a="http://schemas.openxmlformats.org/drawingml/2006/main">
              <a:ext uri="{FF2B5EF4-FFF2-40B4-BE49-F238E27FC236}">
                <a16:creationId xmlns:a16="http://schemas.microsoft.com/office/drawing/2014/main" id="{D613585F-4211-49CD-99FE-FF2C83E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04　第一包：選路並預約 Buffer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632BA1A0-9A4C-45B2-BC0C-EBB7BE1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" name="取出 L₂，選定 c1→c2；R[c1]、R[c2] 扣為 0。">
            <a:extLst xmlns:a="http://schemas.openxmlformats.org/drawingml/2006/main">
              <a:ext uri="{FF2B5EF4-FFF2-40B4-BE49-F238E27FC236}">
                <a16:creationId xmlns:a16="http://schemas.microsoft.com/office/drawing/2014/main" id="{CFBE9668-C1A1-49FC-BD91-7DE1B419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L₂，選定 c1→c2；R[c1]、R[c2] 扣為 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BE484-F057-4DC9-9FD3-D1539AC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AB95C-856D-44E0-97F7-C3172C2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FDA6B79-32EE-45F4-9E89-2AB8180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E07B5-C621-4142-9464-CD58F889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4A585-67E4-4EA0-ADC4-327470D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3E360D6-C3C4-4073-A3A4-A69FEF4E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B5975-BE73-4419-BE3C-5676CED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6E192-5638-45DE-8AF7-A1D5CE4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5D81256-D313-4902-B4EB-1E52794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8B1DE-D5B7-41A0-AFE4-72210C5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F2525-940E-46AD-883E-68894BE7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6623040-48B3-46D4-A070-77EF24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4F240-1ACC-4258-8A51-34A0E97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5D12D-4C74-4000-81C4-9826F58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092A89AA-75FE-4508-AB85-D40B0D7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79764-0DA0-43C0-888E-D0DF341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AD716-D724-4DA5-B110-AC9927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C0844776-8896-460B-9380-D514035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AE05F-2BC0-447A-9E47-8B64004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27D34-469F-44BE-A97A-05D7AE9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37DFB92E-16C8-4FD2-9D2A-4E0C3C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F385B-6B14-4B47-BD7A-D32CF6C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8A3ED-DEA4-40E9-8D3E-B792424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97C5E063-1088-474E-9810-A5007A0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D6E8D-29DD-46A9-9324-6415C8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324ED376-9BB9-4A3E-99C1-E4E6516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9568D-601A-449B-8206-B3F64E9B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F57BD90C-97B8-45D7-AD4F-589D9C0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26A82D-8594-4883-85C6-36555BC7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476DAE7-322E-4490-8D4E-04FE5A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5AEC4-E2AA-4367-9CD8-5EEFA0B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1DE7549-8722-4F18-82E5-AA24115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92A7F6-4893-4F70-84DE-4DF4A7B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F47481C5-6ABA-43A3-890D-EED1254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C1ABA8-4683-4E2A-A5BA-0CD246A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39" name="0">
            <a:extLst xmlns:a="http://schemas.openxmlformats.org/drawingml/2006/main">
              <a:ext uri="{FF2B5EF4-FFF2-40B4-BE49-F238E27FC236}">
                <a16:creationId xmlns:a16="http://schemas.microsoft.com/office/drawing/2014/main" id="{2ED7CF81-A157-4757-8442-61B8B9C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3FA8B245-69B5-4B93-B05B-B9D8FBD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71C021-24C4-4EEB-B808-000D180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D79C4798-3439-4FD1-856F-121E2BC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3" name="上限 4">
            <a:extLst xmlns:a="http://schemas.openxmlformats.org/drawingml/2006/main">
              <a:ext uri="{FF2B5EF4-FFF2-40B4-BE49-F238E27FC236}">
                <a16:creationId xmlns:a16="http://schemas.microsoft.com/office/drawing/2014/main" id="{7FE734A0-CBA3-4B70-853C-C6F9930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F72D35-975D-444C-8980-8048476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5" name="0">
            <a:extLst xmlns:a="http://schemas.openxmlformats.org/drawingml/2006/main">
              <a:ext uri="{FF2B5EF4-FFF2-40B4-BE49-F238E27FC236}">
                <a16:creationId xmlns:a16="http://schemas.microsoft.com/office/drawing/2014/main" id="{37020450-290A-40BD-A438-57FD0E5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48B17E-0E96-4DD5-8836-CF8C0BF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2">
            <a:extLst xmlns:a="http://schemas.openxmlformats.org/drawingml/2006/main">
              <a:ext uri="{FF2B5EF4-FFF2-40B4-BE49-F238E27FC236}">
                <a16:creationId xmlns:a16="http://schemas.microsoft.com/office/drawing/2014/main" id="{F1CEB3AE-23F4-4E4E-969B-BE16BDF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AA8BEE-1F28-4374-A9BC-569309A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4">
            <a:extLst xmlns:a="http://schemas.openxmlformats.org/drawingml/2006/main">
              <a:ext uri="{FF2B5EF4-FFF2-40B4-BE49-F238E27FC236}">
                <a16:creationId xmlns:a16="http://schemas.microsoft.com/office/drawing/2014/main" id="{B1F18F33-402C-48FA-8B1C-5BADD59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8ABB08-FE00-4E68-9D13-29DDA8A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6">
            <a:extLst xmlns:a="http://schemas.openxmlformats.org/drawingml/2006/main">
              <a:ext uri="{FF2B5EF4-FFF2-40B4-BE49-F238E27FC236}">
                <a16:creationId xmlns:a16="http://schemas.microsoft.com/office/drawing/2014/main" id="{CC024F2B-211B-4327-A5B1-503520D5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10B54C-772C-45FB-8E5D-D5FCA8B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8">
            <a:extLst xmlns:a="http://schemas.openxmlformats.org/drawingml/2006/main">
              <a:ext uri="{FF2B5EF4-FFF2-40B4-BE49-F238E27FC236}">
                <a16:creationId xmlns:a16="http://schemas.microsoft.com/office/drawing/2014/main" id="{3611B350-3626-4E7E-8EDC-72406DA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ED94C0-9BE0-416E-A0F0-D2433C9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10">
            <a:extLst xmlns:a="http://schemas.openxmlformats.org/drawingml/2006/main">
              <a:ext uri="{FF2B5EF4-FFF2-40B4-BE49-F238E27FC236}">
                <a16:creationId xmlns:a16="http://schemas.microsoft.com/office/drawing/2014/main" id="{DE2C1F0F-E3C0-4EEB-9566-F0EE3E8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1B68CA-6581-4AC2-A949-72F477A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2">
            <a:extLst xmlns:a="http://schemas.openxmlformats.org/drawingml/2006/main">
              <a:ext uri="{FF2B5EF4-FFF2-40B4-BE49-F238E27FC236}">
                <a16:creationId xmlns:a16="http://schemas.microsoft.com/office/drawing/2014/main" id="{FC5C8AB8-4A11-4E8E-B65C-610CBAA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8A1436-3C97-4744-A8FD-C07F581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9" name="秒">
            <a:extLst xmlns:a="http://schemas.openxmlformats.org/drawingml/2006/main">
              <a:ext uri="{FF2B5EF4-FFF2-40B4-BE49-F238E27FC236}">
                <a16:creationId xmlns:a16="http://schemas.microsoft.com/office/drawing/2014/main" id="{0C47CF89-31DB-445F-8CA3-6C5D9EB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0" name="B：橘線是第一包已預約占用">
            <a:extLst xmlns:a="http://schemas.openxmlformats.org/drawingml/2006/main">
              <a:ext uri="{FF2B5EF4-FFF2-40B4-BE49-F238E27FC236}">
                <a16:creationId xmlns:a16="http://schemas.microsoft.com/office/drawing/2014/main" id="{978E0A14-A242-4530-A189-7F7A5A6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B：橘線是第一包已預約占用</a:t>
            </a:r>
          </a:p>
        </p:txBody>
      </p:sp>
      <p:sp>
        <p:nvSpPr>
          <p:cNvPr id="61" name="接收 ↗　等待 ─　發送 ↘">
            <a:extLst xmlns:a="http://schemas.openxmlformats.org/drawingml/2006/main">
              <a:ext uri="{FF2B5EF4-FFF2-40B4-BE49-F238E27FC236}">
                <a16:creationId xmlns:a16="http://schemas.microsoft.com/office/drawing/2014/main" id="{26BD3348-638D-4EA4-ABCE-420A151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接收 ↗　等待 ─　發送 ↘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2FF29449-3B12-4BD8-885C-B561F8A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F5F1A8AA-8CAD-4B6B-AD77-600C026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[L₂(D,8,U={c1:4,c2:4}), L₃(D,12,U={c1:4,c5:4})]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4EB2A0-8D22-4205-A4CA-31969AD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51A51B-DFEB-4482-A8EA-0BA9C5B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E35BDCA7-3B94-48B0-BA85-A362114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取出 L₂(D,8) → 第一包結束">
            <a:extLst xmlns:a="http://schemas.openxmlformats.org/drawingml/2006/main">
              <a:ext uri="{FF2B5EF4-FFF2-40B4-BE49-F238E27FC236}">
                <a16:creationId xmlns:a16="http://schemas.microsoft.com/office/drawing/2014/main" id="{9AD4E3BC-F681-4228-A266-88F5BC8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L₂(D,8,U={c1:4,c2:4}) → 第一包結束</a:t>
            </a:r>
          </a:p>
        </p:txBody>
      </p:sp>
    </p:spTree>
    <p:extLst>
      <p:ext uri="{BB962C8B-B14F-4D97-AF65-F5344CB8AC3E}">
        <p14:creationId xmlns:p14="http://schemas.microsoft.com/office/powerpoint/2010/main" val="5908899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05　第二包：先試 c3，早到 B">
            <a:extLst xmlns:a="http://schemas.openxmlformats.org/drawingml/2006/main">
              <a:ext uri="{FF2B5EF4-FFF2-40B4-BE49-F238E27FC236}">
                <a16:creationId xmlns:a16="http://schemas.microsoft.com/office/drawing/2014/main" id="{32C21895-0377-4A2A-AD86-151E356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05　第二包：先試 c3，早到 B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6FD4E901-907E-4F76-861E-C9206D3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" name="1～2 秒接收可行，因此保留 L₁；能否繼續等待，要下一跳才檢查">
            <a:extLst xmlns:a="http://schemas.openxmlformats.org/drawingml/2006/main">
              <a:ext uri="{FF2B5EF4-FFF2-40B4-BE49-F238E27FC236}">
                <a16:creationId xmlns:a16="http://schemas.microsoft.com/office/drawing/2014/main" id="{404431C4-D911-40BC-91A0-623D191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1～2 秒接收可行，因此保留 L₁；能否繼續等待，要下一跳才檢查。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269ED-F68D-4E8B-8B5E-0285780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89BD7-EB36-4B7B-9350-9FC01AE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8E906CA-0058-4565-89FE-21894D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829FF-1934-48C2-BD07-0672DE9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7A6CF-7D72-48AD-8244-517FD6B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8B54772-4264-4465-8302-A62A129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2A5BD-3843-46CE-99FD-96C6B13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2B5C2-0FD1-4B95-9AC6-C3C5743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52BA432-22BA-49DF-A22D-1D86ADF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B7E7C-9EFC-4775-BB64-CD1497D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D71C5-8B42-4C48-B1BA-8D01E49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CE335239-A268-4013-83D9-F47E6DD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77720-ABBF-4511-8E36-5D2E1E3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3BE42-5890-4912-ACA4-0404AA6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C6C16F7-6CEC-4051-AFC2-E55EBBB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49A36-C4F0-4E82-9799-20DD7C4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54E01-3126-4E8B-B873-DC48E4D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328B95F-5143-4544-96C3-54AC7DE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EB0E8-EDA0-4965-8C6A-A92346F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E0AF5-471A-447E-B465-8A69459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61D741A6-D1DB-446C-8516-B880C22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748F4-4A4B-4C50-B7F8-A74FCC6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3B93D-1349-4F2E-917E-BAE6FD9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BAF62AF-A963-430A-8EAD-1940B57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B828E-EBB7-4ABD-A359-DBF0DF0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6160D167-435F-4692-BB32-9F1C1D0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DF2BE-CBC4-4E2D-B512-594A96F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BEDB371-65D8-4F42-837E-FFDEA82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EA964-C43B-4C76-97AA-E70FF46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9E01F0FF-9E47-48AC-BBBE-3BD8985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66DAD4-1D3D-4039-8012-DBCC489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622A4247-93D4-4B75-89AA-29FA6E5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42F9E4-3DA4-4E65-B5C5-077BA23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D935473-193A-4A64-A783-70B66EA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B 在第 2 秒剛好收到整包">
            <a:extLst xmlns:a="http://schemas.openxmlformats.org/drawingml/2006/main">
              <a:ext uri="{FF2B5EF4-FFF2-40B4-BE49-F238E27FC236}">
                <a16:creationId xmlns:a16="http://schemas.microsoft.com/office/drawing/2014/main" id="{A2F21305-BA50-4907-802C-BB3E0AB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在第 2 秒剛好收到整包</a:t>
            </a:r>
          </a:p>
        </p:txBody>
      </p:sp>
      <p:sp>
        <p:nvSpPr>
          <p:cNvPr id="39" name="第二包接收">
            <a:extLst xmlns:a="http://schemas.openxmlformats.org/drawingml/2006/main">
              <a:ext uri="{FF2B5EF4-FFF2-40B4-BE49-F238E27FC236}">
                <a16:creationId xmlns:a16="http://schemas.microsoft.com/office/drawing/2014/main" id="{4DBC8948-5ECD-4ECF-8790-E241E16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第二包接收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C2741F-5E8F-4BB3-97DB-7CB807D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A002A5-2109-4712-9037-EEDD2E0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29FD7D-68EC-4279-9DD0-4D558ADA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9431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第一包接收">
            <a:extLst xmlns:a="http://schemas.openxmlformats.org/drawingml/2006/main">
              <a:ext uri="{FF2B5EF4-FFF2-40B4-BE49-F238E27FC236}">
                <a16:creationId xmlns:a16="http://schemas.microsoft.com/office/drawing/2014/main" id="{387410C0-9984-4CF2-97CD-34E6E5A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第一包接收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C036D0-63E5-46AE-AB18-017940A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63717F-FF1E-40F6-97C6-2AD1114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60032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6" name="第一包等待">
            <a:extLst xmlns:a="http://schemas.openxmlformats.org/drawingml/2006/main">
              <a:ext uri="{FF2B5EF4-FFF2-40B4-BE49-F238E27FC236}">
                <a16:creationId xmlns:a16="http://schemas.microsoft.com/office/drawing/2014/main" id="{2B634D72-0553-47E8-891D-ECA5C86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第一包等待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C29437-2A66-4C72-A170-66C7DC6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4356D8-42D1-4E10-8FFB-2615D51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2B342D-D22D-4FCE-9CC3-C0538DC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09D051-0637-4582-8F46-F93925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ED629432-0CFA-46A8-97D4-A9F9072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143C4C-DFD0-45A5-9AF3-0503865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2">
            <a:extLst xmlns:a="http://schemas.openxmlformats.org/drawingml/2006/main">
              <a:ext uri="{FF2B5EF4-FFF2-40B4-BE49-F238E27FC236}">
                <a16:creationId xmlns:a16="http://schemas.microsoft.com/office/drawing/2014/main" id="{82EFDBB3-D751-489F-AA09-F6AB1F8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EB750D-AA6F-4DE7-909E-7FECB57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BA3699C4-6AD9-436E-84C8-889F55B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18D786-1B95-4AEF-9205-A57F17A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6">
            <a:extLst xmlns:a="http://schemas.openxmlformats.org/drawingml/2006/main">
              <a:ext uri="{FF2B5EF4-FFF2-40B4-BE49-F238E27FC236}">
                <a16:creationId xmlns:a16="http://schemas.microsoft.com/office/drawing/2014/main" id="{795457AA-9C33-4A7E-8C85-7750EAC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8" name="秒">
            <a:extLst xmlns:a="http://schemas.openxmlformats.org/drawingml/2006/main">
              <a:ext uri="{FF2B5EF4-FFF2-40B4-BE49-F238E27FC236}">
                <a16:creationId xmlns:a16="http://schemas.microsoft.com/office/drawing/2014/main" id="{6E702950-69BC-44F0-B48C-EDC8429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9" name="L₁ = (B, 2, {c3:4})">
            <a:extLst xmlns:a="http://schemas.openxmlformats.org/drawingml/2006/main">
              <a:ext uri="{FF2B5EF4-FFF2-40B4-BE49-F238E27FC236}">
                <a16:creationId xmlns:a16="http://schemas.microsoft.com/office/drawing/2014/main" id="{F5B28C1C-2E21-4E7F-8DA6-89DB947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L₁ = (B, 2, {c3:4})</a:t>
            </a:r>
          </a:p>
        </p:txBody>
      </p:sp>
      <p:sp>
        <p:nvSpPr>
          <p:cNvPr id="60" name="Q 原本">
            <a:extLst xmlns:a="http://schemas.openxmlformats.org/drawingml/2006/main">
              <a:ext uri="{FF2B5EF4-FFF2-40B4-BE49-F238E27FC236}">
                <a16:creationId xmlns:a16="http://schemas.microsoft.com/office/drawing/2014/main" id="{9C099732-2BC7-4EBB-816B-A37E98A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1" name="[L₀(A,1)] → 取出 L₀">
            <a:extLst xmlns:a="http://schemas.openxmlformats.org/drawingml/2006/main">
              <a:ext uri="{FF2B5EF4-FFF2-40B4-BE49-F238E27FC236}">
                <a16:creationId xmlns:a16="http://schemas.microsoft.com/office/drawing/2014/main" id="{40895BB7-27EA-4947-AD36-CBC4B53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[L₀(A,1,U=∅)] → 取出 L₀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7DE1C8-0980-4C1D-AA30-257380B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BD0359-3AAA-43F6-AD59-358551C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4" name="Q 更新">
            <a:extLst xmlns:a="http://schemas.openxmlformats.org/drawingml/2006/main">
              <a:ext uri="{FF2B5EF4-FFF2-40B4-BE49-F238E27FC236}">
                <a16:creationId xmlns:a16="http://schemas.microsoft.com/office/drawing/2014/main" id="{ECE18C38-88F9-4EB1-8BF6-481DE18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5" name="[L₁(B,2)]">
            <a:extLst xmlns:a="http://schemas.openxmlformats.org/drawingml/2006/main">
              <a:ext uri="{FF2B5EF4-FFF2-40B4-BE49-F238E27FC236}">
                <a16:creationId xmlns:a16="http://schemas.microsoft.com/office/drawing/2014/main" id="{E14F7536-3F7E-4B91-A017-6A87BF1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[L₁(B,2,U={c3:4})]</a:t>
            </a:r>
          </a:p>
        </p:txBody>
      </p:sp>
    </p:spTree>
    <p:extLst>
      <p:ext uri="{BB962C8B-B14F-4D97-AF65-F5344CB8AC3E}">
        <p14:creationId xmlns:p14="http://schemas.microsoft.com/office/powerpoint/2010/main" val="7927982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第二包：c4 可以晚一點出發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" name="c4 的窗口為 7～9 秒，整包需 1 秒，所以起始時間只有 7">
            <a:extLst xmlns:a="http://schemas.openxmlformats.org/drawingml/2006/main">
              <a:ext uri="{FF2B5EF4-FFF2-40B4-BE49-F238E27FC236}">
                <a16:creationId xmlns:a16="http://schemas.microsoft.com/office/drawing/2014/main" id="{153412B1-F4E7-4914-B5CE-B64A5FB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 的窗口為 7～9 秒，整包需 1 秒，所以起始時間只有 7 或 8。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同一條 c4，兩個發送選擇">
            <a:extLst xmlns:a="http://schemas.openxmlformats.org/drawingml/2006/main">
              <a:ext uri="{FF2B5EF4-FFF2-40B4-BE49-F238E27FC236}">
                <a16:creationId xmlns:a16="http://schemas.microsoft.com/office/drawing/2014/main" id="{A830BCF3-5371-4852-A713-4CE62C3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同一條 c4，兩個發送選擇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 窗口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L₂：B,8　　L₃：B,9（候選）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[L₁(B,2,U={c3:4})]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[L₁(B,2,U={c3:4}), L₂(B,8,U={c4:4})]；L₃ 待比較</a:t>
            </a:r>
          </a:p>
        </p:txBody>
      </p:sp>
    </p:spTree>
    <p:extLst>
      <p:ext uri="{BB962C8B-B14F-4D97-AF65-F5344CB8AC3E}">
        <p14:creationId xmlns:p14="http://schemas.microsoft.com/office/powerpoint/2010/main" val="5036697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07　支配圖解：保留 L₂，刪除 L₃">
            <a:extLst xmlns:a="http://schemas.openxmlformats.org/drawingml/2006/main">
              <a:ext uri="{FF2B5EF4-FFF2-40B4-BE49-F238E27FC236}">
                <a16:creationId xmlns:a16="http://schemas.microsoft.com/office/drawing/2014/main" id="{D61ED70F-1443-4E24-AA47-A3BBCB2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07　支配圖解：保留 L₂，刪除 L₃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D544718B-A117-4694-83A9-CB5915A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" name="L₂ 能等到第 9 秒，且 U₂=U₃，因此可以取代 L₃。">
            <a:extLst xmlns:a="http://schemas.openxmlformats.org/drawingml/2006/main">
              <a:ext uri="{FF2B5EF4-FFF2-40B4-BE49-F238E27FC236}">
                <a16:creationId xmlns:a16="http://schemas.microsoft.com/office/drawing/2014/main" id="{AFEA6227-0A7F-4D36-800F-BAB8C21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 能等到第 9 秒，且 U₂=U₃，因此可以取代 L₃。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FDD8D-412E-4918-848B-8B512A2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20920-5DC8-4550-A752-3EF22E2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A6A3F27-24AF-44D4-AAE9-D873EDC6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E5E2C-156B-433F-B581-751FE5C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40871-C4F0-46BE-89E3-6A7F219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56151C34-9887-4B90-AC31-7E48EFF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574BC-8824-4875-9223-651C529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F0C93-4673-4294-8F0A-0EF0C09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9062C76-D6A5-414F-9DB1-C67E425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007B2-BB5F-4EB7-A635-B7CAE25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DC8EC-FDB5-43CB-B0DA-185F953A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3E38D82C-7AD2-4F52-A8D3-E846EA6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BF9D9-DD87-48A2-98B8-87B7367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5A489-3D22-4D4E-956A-BD3DDF9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50A8F4C-4C9A-430E-A2B4-83271564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66471-B866-4CFA-85C5-B1954B27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892F1-4F69-4EFA-8791-59CD553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A6D2A430-5BDA-4B6B-B433-883D2AF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71968-5FDA-4A94-A24A-1FDD007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456E1-F262-4269-A347-063ED19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E0D08150-9928-4E22-927B-4D1442E0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41FB8-AD06-44DE-814B-AD2A9BE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E400B-AB1D-4296-BA08-B22746B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E172CBC0-79D8-45CF-9E25-27B44CDC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66458-4328-404A-A637-2BAE5B1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6FB1689-58A1-4349-8900-B8E234A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C002A5-9254-4294-BCDF-F169B55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45D94C7-DF9A-44C7-83BC-149F1CE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7ED73C-1FE2-4070-A442-5DAEA15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C928CCAF-1516-4C7C-8F1D-A3F31EA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87EBCF-C313-40F5-A213-B320DB6D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FE48EB9-FC9C-4E16-9C2E-03564FB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9E53CC-588D-43B9-9B62-543177AC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6952D139-2DA7-4D13-9D2E-F92543F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CC3728-37A2-46B7-A2A1-92B7A74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9" name="L₂：B,8">
            <a:extLst xmlns:a="http://schemas.openxmlformats.org/drawingml/2006/main">
              <a:ext uri="{FF2B5EF4-FFF2-40B4-BE49-F238E27FC236}">
                <a16:creationId xmlns:a16="http://schemas.microsoft.com/office/drawing/2014/main" id="{5C773199-8DCC-48E6-9DE0-882780E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L₂：B,8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9F5BB-4C0B-4E14-9C75-25C38C1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41" name="L₃：B,9">
            <a:extLst xmlns:a="http://schemas.openxmlformats.org/drawingml/2006/main">
              <a:ext uri="{FF2B5EF4-FFF2-40B4-BE49-F238E27FC236}">
                <a16:creationId xmlns:a16="http://schemas.microsoft.com/office/drawing/2014/main" id="{8BBFA650-2FE1-4354-B5D5-AA81E4B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L₃：B,9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AAD4DB-582E-4803-9441-5593A0B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1238250" cy="9525"/>
          </a:xfrm>
          <a:custGeom xmlns:a="http://schemas.openxmlformats.org/drawingml/2006/main"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1EB8B1-AB5A-4B65-B336-67F952A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535" y="2068885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4" name="持有 4 MB 等待 1 秒">
            <a:extLst xmlns:a="http://schemas.openxmlformats.org/drawingml/2006/main">
              <a:ext uri="{FF2B5EF4-FFF2-40B4-BE49-F238E27FC236}">
                <a16:creationId xmlns:a16="http://schemas.microsoft.com/office/drawing/2014/main" id="{D11AE641-42E2-42BC-BB59-B65E2D9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持有 4 MB 等待 1 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BB44BB-07E9-4F68-895C-B931CF6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667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6" name="O_B(t)=0，總占用 4≤4">
            <a:extLst xmlns:a="http://schemas.openxmlformats.org/drawingml/2006/main">
              <a:ext uri="{FF2B5EF4-FFF2-40B4-BE49-F238E27FC236}">
                <a16:creationId xmlns:a16="http://schemas.microsoft.com/office/drawing/2014/main" id="{CD9AB3A7-CC23-4DD4-B19C-BC792A1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14700"/>
            <a:ext cx="455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O_B(t)=0，總占用 4≤4</a:t>
            </a:r>
          </a:p>
        </p:txBody>
      </p:sp>
      <p:sp>
        <p:nvSpPr>
          <p:cNvPr id="47" name="c4 用量相同：都是 4 MB">
            <a:extLst xmlns:a="http://schemas.openxmlformats.org/drawingml/2006/main">
              <a:ext uri="{FF2B5EF4-FFF2-40B4-BE49-F238E27FC236}">
                <a16:creationId xmlns:a16="http://schemas.microsoft.com/office/drawing/2014/main" id="{9D130305-EF1F-4DA5-BB2A-6E51A09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c4 用量相同：都是 4 MB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F20A03-C7DE-4B36-9445-26E1386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24050"/>
            <a:ext cx="1447800" cy="381000"/>
          </a:xfrm>
          <a:custGeom xmlns:a="http://schemas.openxmlformats.org/drawingml/2006/main">
            <a:pathLst>
              <a:path w="1447800" h="381000">
                <a:moveTo>
                  <a:pt x="0" y="0"/>
                </a:moveTo>
                <a:lnTo>
                  <a:pt x="1447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49" name="Q 原本">
            <a:extLst xmlns:a="http://schemas.openxmlformats.org/drawingml/2006/main">
              <a:ext uri="{FF2B5EF4-FFF2-40B4-BE49-F238E27FC236}">
                <a16:creationId xmlns:a16="http://schemas.microsoft.com/office/drawing/2014/main" id="{378D7D4B-23F8-4621-9BD4-8B45CCFA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0" name="[L₁(B,2), L₂(B,8)] ＋ 候選 L₃">
            <a:extLst xmlns:a="http://schemas.openxmlformats.org/drawingml/2006/main">
              <a:ext uri="{FF2B5EF4-FFF2-40B4-BE49-F238E27FC236}">
                <a16:creationId xmlns:a16="http://schemas.microsoft.com/office/drawing/2014/main" id="{BC7E88CA-A9CA-4948-A132-F0468A2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[L₁(B,2,U={c3:4}), L₂(B,8,U={c4:4})] ＋ L₃(B,9,U={c4:4})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D2799F-B3BE-4A97-88BC-254FD02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F9021F-897F-4659-B052-2CEEA60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3" name="Q 更新">
            <a:extLst xmlns:a="http://schemas.openxmlformats.org/drawingml/2006/main">
              <a:ext uri="{FF2B5EF4-FFF2-40B4-BE49-F238E27FC236}">
                <a16:creationId xmlns:a16="http://schemas.microsoft.com/office/drawing/2014/main" id="{CD5473A9-4625-4337-A117-60A41D3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4" name="[L₁(B,2), L₂(B,8)]；刪除 L₃">
            <a:extLst xmlns:a="http://schemas.openxmlformats.org/drawingml/2006/main">
              <a:ext uri="{FF2B5EF4-FFF2-40B4-BE49-F238E27FC236}">
                <a16:creationId xmlns:a16="http://schemas.microsoft.com/office/drawing/2014/main" id="{9196F14E-49A3-465C-B941-C755F15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[L₁(B,2,U={c3:4}), L₂(B,8,U={c4:4})]；刪除 L₃</a:t>
            </a:r>
          </a:p>
        </p:txBody>
      </p:sp>
    </p:spTree>
    <p:extLst>
      <p:ext uri="{BB962C8B-B14F-4D97-AF65-F5344CB8AC3E}">
        <p14:creationId xmlns:p14="http://schemas.microsoft.com/office/powerpoint/2010/main" val="9935347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8　第二包：c6 到 C，重新排序">
            <a:extLst xmlns:a="http://schemas.openxmlformats.org/drawingml/2006/main">
              <a:ext uri="{FF2B5EF4-FFF2-40B4-BE49-F238E27FC236}">
                <a16:creationId xmlns:a16="http://schemas.microsoft.com/office/drawing/2014/main" id="{98C8BD8D-FC49-44F7-9B37-5687BB8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08　第二包：c6 到 C，重新排序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DDB39F33-8AAC-4CD9-9119-3C60348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" name="L₄ 雖然建立得較晚，但到達時間是 3 秒，排在 L₂ 的 8 ">
            <a:extLst xmlns:a="http://schemas.openxmlformats.org/drawingml/2006/main">
              <a:ext uri="{FF2B5EF4-FFF2-40B4-BE49-F238E27FC236}">
                <a16:creationId xmlns:a16="http://schemas.microsoft.com/office/drawing/2014/main" id="{95BA6899-A286-4D0B-A0FB-B6FA82C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L₄ 雖然建立得較晚，但到達時間是 3 秒，排在 L₂ 的 8 秒前面。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C9120-7C9D-4510-8F42-659F436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A8D48-512B-4B47-9D9E-73CD177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E1A0AFD-8D1F-4D5A-B3A2-6BD89CB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31B26-2F48-4733-904C-A67B373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2A577-E1B4-465A-95E3-D5FF15E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167A9FCC-B945-4124-8096-FA9C07B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74341-08FD-4CC9-ACAC-FF26D43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91898-D68E-4762-ADD8-E1A52C6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4BA5AC0-F619-4560-AA52-54E3508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8299C-7E6E-4C58-AD8E-B11F349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10A22-BB82-4ACE-9904-5F97937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21AA2B2-9D7C-4BFB-AF22-6893245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A1377-4ECE-4C9D-B894-4220AA3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19FD7-6E16-45FB-9D48-660525F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D7F9791-F30E-4881-825B-180B6B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61122-347F-4A64-8948-2D047A5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9D4AE-EEAF-48CA-8FDF-184ADD2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EA4A380-CC52-49AE-ACE1-6F6065D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1687B-6368-42D9-B3F0-DFF1D6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3D774-512B-4E7F-92B7-F570125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F5B9F7C-4408-45E4-80BE-C83EFE2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1B029-9DCF-415C-8180-2EAD0C8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5F4A15-54FF-4B42-B7D9-126E1D6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7DD1A5-E30E-413C-BB8F-5CBBBBE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1DDDF-4C23-4F37-9928-4C3A7E7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27F305A7-4C0A-45A0-92E1-CCACF92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7BA52-0121-4428-BC00-C3B3CC8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A41FD5A-274C-49CA-B356-58C69E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F8584F-DD04-4EEB-A8B4-CA3193B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539F2DDF-4C0F-4569-BEE3-BD77C1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33DA58-1740-4168-897A-B11CB3A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E0E21D18-11A8-49D0-9CB4-BBB9337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8C6B4B-711D-47AE-977A-6D7CC4F4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EDD2358-76AC-4740-A595-8191518C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A 發送">
            <a:extLst xmlns:a="http://schemas.openxmlformats.org/drawingml/2006/main">
              <a:ext uri="{FF2B5EF4-FFF2-40B4-BE49-F238E27FC236}">
                <a16:creationId xmlns:a16="http://schemas.microsoft.com/office/drawing/2014/main" id="{9DAF38CF-3BB1-4DA8-848D-F065A47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A 發送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5C9CC6-B463-43F4-8F1A-B1848BC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3FDD66-0826-4381-880B-9D652B0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81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1" name="C 接收">
            <a:extLst xmlns:a="http://schemas.openxmlformats.org/drawingml/2006/main">
              <a:ext uri="{FF2B5EF4-FFF2-40B4-BE49-F238E27FC236}">
                <a16:creationId xmlns:a16="http://schemas.microsoft.com/office/drawing/2014/main" id="{D2BAC38F-8945-41F1-9D39-205B6B4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 接收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4690F6-7C95-4F91-9076-DA213D6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B63596-AFF0-49B3-AC69-322B02C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E27575-59C3-4419-9C91-13F1789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2CB3C1-6A39-4C0E-AF5E-9737A2A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6F3C06-9BDA-45CD-89C7-D8DD14F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0">
            <a:extLst xmlns:a="http://schemas.openxmlformats.org/drawingml/2006/main">
              <a:ext uri="{FF2B5EF4-FFF2-40B4-BE49-F238E27FC236}">
                <a16:creationId xmlns:a16="http://schemas.microsoft.com/office/drawing/2014/main" id="{20355E26-C3D4-45FC-886F-16CEBB4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D0AE09-151B-4816-A195-0411ED3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1">
            <a:extLst xmlns:a="http://schemas.openxmlformats.org/drawingml/2006/main">
              <a:ext uri="{FF2B5EF4-FFF2-40B4-BE49-F238E27FC236}">
                <a16:creationId xmlns:a16="http://schemas.microsoft.com/office/drawing/2014/main" id="{5B00E545-0997-4B81-9EB6-C97B9F8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3EC069-7DAA-4EF6-8F06-F00364E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2">
            <a:extLst xmlns:a="http://schemas.openxmlformats.org/drawingml/2006/main">
              <a:ext uri="{FF2B5EF4-FFF2-40B4-BE49-F238E27FC236}">
                <a16:creationId xmlns:a16="http://schemas.microsoft.com/office/drawing/2014/main" id="{DC2DA935-17A3-4E21-8730-F662B1B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FC4BFA-1A5F-41A2-BB11-70B27D0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3">
            <a:extLst xmlns:a="http://schemas.openxmlformats.org/drawingml/2006/main">
              <a:ext uri="{FF2B5EF4-FFF2-40B4-BE49-F238E27FC236}">
                <a16:creationId xmlns:a16="http://schemas.microsoft.com/office/drawing/2014/main" id="{E9C74286-5099-4908-8373-69B2E1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CE3523-55AC-44D2-9B84-90D6696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271C5F0D-4A0D-4518-A135-B14BFA5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秒">
            <a:extLst xmlns:a="http://schemas.openxmlformats.org/drawingml/2006/main">
              <a:ext uri="{FF2B5EF4-FFF2-40B4-BE49-F238E27FC236}">
                <a16:creationId xmlns:a16="http://schemas.microsoft.com/office/drawing/2014/main" id="{EFF083A7-5715-4360-9068-823CCFE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908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7" name="Q 依到達時間，不依編號">
            <a:extLst xmlns:a="http://schemas.openxmlformats.org/drawingml/2006/main">
              <a:ext uri="{FF2B5EF4-FFF2-40B4-BE49-F238E27FC236}">
                <a16:creationId xmlns:a16="http://schemas.microsoft.com/office/drawing/2014/main" id="{5F73B84F-F7C3-4664-AA13-F805E70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依到達時間，不依編號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72DB8D-6F37-41C1-8ACC-DD52E61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9" name="L₁&#10;B,2">
            <a:extLst xmlns:a="http://schemas.openxmlformats.org/drawingml/2006/main">
              <a:ext uri="{FF2B5EF4-FFF2-40B4-BE49-F238E27FC236}">
                <a16:creationId xmlns:a16="http://schemas.microsoft.com/office/drawing/2014/main" id="{46FFE247-4383-4537-A6E5-5F398AA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</a:t>
            </a:r>
          </a:p>
          <a:p xmlns:a="http://schemas.openxmlformats.org/drawingml/2006/main">
            <a:pPr algn="ctr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B,2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D8E372-5058-4C30-A4B5-373764B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61" name="L₄&#10;C,3">
            <a:extLst xmlns:a="http://schemas.openxmlformats.org/drawingml/2006/main">
              <a:ext uri="{FF2B5EF4-FFF2-40B4-BE49-F238E27FC236}">
                <a16:creationId xmlns:a16="http://schemas.microsoft.com/office/drawing/2014/main" id="{97D5DBA1-02CD-42BB-AD3A-EDC7339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L₄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C,3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A7BF7B-527A-4288-9424-89209F0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3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4A3C0D4F-34AF-4703-91A0-62DDFFF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ctr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B,8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4442F46C-7196-4E66-B566-4B19BF9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9CFC7DFA-27BB-4D9B-9AB1-368E384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[L₁(B,2,U={c3:4}), L₂(B,8,U={c4:4})]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D2EC7A-DB0E-4C0B-B452-26D4231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248D14-F366-4369-A29E-20D4040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2FD6303D-B93B-484F-BAC6-872207E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0F80FD2B-A943-4742-8449-E82A4F1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[L₁(B,2,U={c3:4}), L₄(C,3,U={c6:4}), L₂(B,8,U={c4:4})]</a:t>
            </a:r>
          </a:p>
        </p:txBody>
      </p:sp>
    </p:spTree>
    <p:extLst>
      <p:ext uri="{BB962C8B-B14F-4D97-AF65-F5344CB8AC3E}">
        <p14:creationId xmlns:p14="http://schemas.microsoft.com/office/powerpoint/2010/main" val="14540820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9　取出 L₁：c2 已被第一包用完">
            <a:extLst xmlns:a="http://schemas.openxmlformats.org/drawingml/2006/main">
              <a:ext uri="{FF2B5EF4-FFF2-40B4-BE49-F238E27FC236}">
                <a16:creationId xmlns:a16="http://schemas.microsoft.com/office/drawing/2014/main" id="{14C770AF-6955-4142-8C3D-8F71206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09　取出 L₁：c2 已被第一包用完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9C507EF-CABE-4891-A39E-2BBD829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  <p:sp>
        <p:nvSpPr>
          <p:cNvPr id="3" name="容量 0&lt;4，直接拒絕 c2；時間與 buffer 檢查未執行。">
            <a:extLst xmlns:a="http://schemas.openxmlformats.org/drawingml/2006/main">
              <a:ext uri="{FF2B5EF4-FFF2-40B4-BE49-F238E27FC236}">
                <a16:creationId xmlns:a16="http://schemas.microsoft.com/office/drawing/2014/main" id="{9DE45A71-A89F-41BD-9418-6E6802D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容量 0&lt;4，直接拒絕 c2；時間與 buffer 檢查未執行。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2C82D-E2DA-49C4-9CCA-EFB9678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05E13-3358-4FC5-98B1-BCBB05B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4FCD96B-B57C-40FB-BCEC-246412A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21A47-70AB-4B95-94AF-B001A90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69D0F-C545-4C2E-B9CF-6051AE1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7246024B-CCFC-4835-80F7-F36566D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DF858-1BAD-443A-A7CD-BA10526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70591-2CEA-409F-8F7E-7160C13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46565-8D14-4FAB-8BD1-E4CAF2E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F6A74-9E72-4677-9E89-D97C8A4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9E00AEB7-DE94-4A21-BBE8-A8A1A42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06262-B752-47A0-916A-67CBEE1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51FDF-9F9C-4FA8-B4C4-FDB1854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39F8DF1C-1E99-4DDD-9D8E-0E0280A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63411-9D44-4DFF-A15F-BCC7C7E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ED682-9920-4E90-BA74-DFD56CD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999ABF08-41D6-4D01-996E-E2D8D58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EA1FF-9551-4934-8693-9173830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3DFCD-5ADA-4EDF-872B-079EF86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D4B94505-E537-4887-B2AA-8626D30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4DB23-58DC-4DBC-BD81-00D0527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84459-28C5-41BD-B02A-A5959C8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BE51BB98-B306-4DA4-87D7-A0332E8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C00B52-0961-47CC-8B03-3551E56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070BD-EF72-4DAB-A502-E9E8597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E91153EA-B0B6-4B93-93C6-75E8EA0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0522D-6E63-4E0B-8A5C-33F5661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D97F2769-F23D-4205-A779-045B57C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9E94AA-B4A8-4D62-8205-77E4441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68010989-32F4-4AE7-8F2F-0147D18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6EDCA1-A59A-43B8-B76C-BF415B95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4731002D-ADEF-4374-98A5-11A6EF9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9849B5-9665-4BA2-B9B1-DFACD28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1A4D9F0B-F0A8-4D72-A503-4169BB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4451F4-56CA-468C-98D0-A176B615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D21E8DC2-42C9-42C0-BFEB-484320D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2：第一包已使用 4 MB">
            <a:extLst xmlns:a="http://schemas.openxmlformats.org/drawingml/2006/main">
              <a:ext uri="{FF2B5EF4-FFF2-40B4-BE49-F238E27FC236}">
                <a16:creationId xmlns:a16="http://schemas.microsoft.com/office/drawing/2014/main" id="{401C5659-F8F7-4635-85FF-603D377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c2：第一包已使用 4 MB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280C8520-D31C-485B-B1B1-BA1A2B1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198A2B-BF8E-4D8B-8ABE-6854CE2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711FAE-A1E0-4864-AF79-5BBC00D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585F8F-A260-4A3C-BC30-0CAFBA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761B36-6159-46C4-A969-CFBB041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5A60E1DE-933C-4B62-968E-B81733F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7ABC8B-3CEA-4984-BB60-7AB4C86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06EFBD-F470-4460-9BB4-1CDBE35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C266F4-23F8-488C-A004-A5563BA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7CB960-EE95-4F1D-A3E3-7BFBA28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42406A2D-7CB5-44DD-8648-C5A1EEA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42AE2ECE-9F88-4EB2-881B-C1F53EA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61F7355-4F6B-44DF-89C6-4CB39A2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[L₁(B,2,U={c3:4}), L₄(C,3,U={c6:4}), L₂(B,8,U={c4:4})]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E53E1B-93DC-4C36-A576-DB7E66A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85C600-5417-4844-843A-30419C8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2D760E06-B8D5-4327-B7C7-32D6625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₁；留下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E0CDF96D-0AA7-45D1-B7E3-3092EB0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L₁；留下 [L₄(C,3,U={c6:4}), L₂(B,8,U={c4:4})]</a:t>
            </a:r>
          </a:p>
        </p:txBody>
      </p:sp>
    </p:spTree>
    <p:extLst>
      <p:ext uri="{BB962C8B-B14F-4D97-AF65-F5344CB8AC3E}">
        <p14:creationId xmlns:p14="http://schemas.microsoft.com/office/powerpoint/2010/main" val="528222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10　早到 B：等待 c5 會超過上限">
            <a:extLst xmlns:a="http://schemas.openxmlformats.org/drawingml/2006/main">
              <a:ext uri="{FF2B5EF4-FFF2-40B4-BE49-F238E27FC236}">
                <a16:creationId xmlns:a16="http://schemas.microsoft.com/office/drawing/2014/main" id="{FF774D99-7088-4ED6-8626-24F4C59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10　早到 B：等待 c5 會超過上限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0D028150-C8D9-4441-914B-BCF5CE26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" name="第 3 秒：第一包 4 MB ＋ 第二包 4 MB ＝ 8 MB">
            <a:extLst xmlns:a="http://schemas.openxmlformats.org/drawingml/2006/main">
              <a:ext uri="{FF2B5EF4-FFF2-40B4-BE49-F238E27FC236}">
                <a16:creationId xmlns:a16="http://schemas.microsoft.com/office/drawing/2014/main" id="{96C19105-1DF6-4BAF-B433-C5DC6D4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 3 秒：第一包 4 MB ＋ 第二包 4 MB ＝ 8 MB，超過上限。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FA07A-00AE-41AB-95C3-80E97FE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0AF0F-6B61-4786-88AD-F0CFFEA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2BF12FA-E6DA-4494-ACF6-EE2F25F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9CDFF-2F14-49C9-8C33-13D7A84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A72CB-4726-4339-AC27-ADE2280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ED338B9E-2422-4D70-B778-462B299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2FC5E-22C8-4AF3-B03B-EA8A34B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814D4-7153-4F5B-9533-3DA5C60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BFDEC198-9FB3-48E7-B468-0D510ADF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B66C7-BC3D-49ED-B54D-FCA6D94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4084A-DC1A-4638-A4F2-A91E26C9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1A885DC3-7EBB-4CB4-8E9E-1E767E4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A0603-39D2-490F-8396-6074589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15FC0-C044-47AB-AC6B-7B36003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341BC6AA-46BD-43D1-866F-559A62A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47DD5-8ABF-416C-85E0-89A48E0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87155-EDA2-4AE4-B25F-C16645C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5E8C0-B9A9-4999-BD06-F2E6BED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4A767-F7BE-4BF5-BA72-B29B69A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89415CDB-188B-45F7-93BF-86087DC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88ECF-3B79-4AD3-B07D-7359C33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BDE6D-9AD1-4371-ADE6-A4022C6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06C5A639-406D-4DF8-B28D-76CACF2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6AB85-9E34-4910-9AB1-994C21F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5456E-5BF1-4904-ABCB-8FA143A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FB6A6B76-3BF6-4790-9364-4E7755E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E4696-45B4-46F0-8871-E04AF1F9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D138F2B-04B6-4172-A531-254E592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10E6D-BB2E-4C16-9755-51C3ABFB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F99A0F89-19D7-4B94-B86A-D6557AB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FF8BF4-5314-4A51-8672-B12A365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E9C4523E-C802-463E-8B1A-8DFC915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42F113-8874-4A58-93A2-A860847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F0A1A859-EC8E-4661-BF0D-E2AF8E0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C71608-B394-437D-A110-B558ADC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23035AF-3A63-4899-B252-8E89987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橘：第一包　藍：本包　紅：合計">
            <a:extLst xmlns:a="http://schemas.openxmlformats.org/drawingml/2006/main">
              <a:ext uri="{FF2B5EF4-FFF2-40B4-BE49-F238E27FC236}">
                <a16:creationId xmlns:a16="http://schemas.microsoft.com/office/drawing/2014/main" id="{483AEEAF-A0DC-447C-930C-E53C17F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藍：本包　紅：合計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C50F3C-6330-4DDE-B44C-BC6E603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0">
            <a:extLst xmlns:a="http://schemas.openxmlformats.org/drawingml/2006/main">
              <a:ext uri="{FF2B5EF4-FFF2-40B4-BE49-F238E27FC236}">
                <a16:creationId xmlns:a16="http://schemas.microsoft.com/office/drawing/2014/main" id="{86139ECF-4CEC-4C93-9187-EB9CA66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3" name="4">
            <a:extLst xmlns:a="http://schemas.openxmlformats.org/drawingml/2006/main">
              <a:ext uri="{FF2B5EF4-FFF2-40B4-BE49-F238E27FC236}">
                <a16:creationId xmlns:a16="http://schemas.microsoft.com/office/drawing/2014/main" id="{140DBB81-271D-47D9-84A2-D6EA432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57D204-7050-4603-AE1E-57C298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5" name="8">
            <a:extLst xmlns:a="http://schemas.openxmlformats.org/drawingml/2006/main">
              <a:ext uri="{FF2B5EF4-FFF2-40B4-BE49-F238E27FC236}">
                <a16:creationId xmlns:a16="http://schemas.microsoft.com/office/drawing/2014/main" id="{1E728B81-816B-4DD6-A99C-8ADFB9FD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6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408A28A6-051C-498A-870B-D68B063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7" name="上限 4">
            <a:extLst xmlns:a="http://schemas.openxmlformats.org/drawingml/2006/main">
              <a:ext uri="{FF2B5EF4-FFF2-40B4-BE49-F238E27FC236}">
                <a16:creationId xmlns:a16="http://schemas.microsoft.com/office/drawing/2014/main" id="{4E4A5785-ACCB-46EA-8B3B-AEFD32A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7527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216850-4EA5-427B-BC0E-24F4728E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2">
            <a:extLst xmlns:a="http://schemas.openxmlformats.org/drawingml/2006/main">
              <a:ext uri="{FF2B5EF4-FFF2-40B4-BE49-F238E27FC236}">
                <a16:creationId xmlns:a16="http://schemas.microsoft.com/office/drawing/2014/main" id="{D7514C43-FF43-4459-809D-D15863F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B542BE-7995-4699-9A2B-236F4F9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4">
            <a:extLst xmlns:a="http://schemas.openxmlformats.org/drawingml/2006/main">
              <a:ext uri="{FF2B5EF4-FFF2-40B4-BE49-F238E27FC236}">
                <a16:creationId xmlns:a16="http://schemas.microsoft.com/office/drawing/2014/main" id="{59B2B5DE-896D-46E6-B19C-12050C2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4E98A2-5D1F-4831-B65D-8EA9FDD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6">
            <a:extLst xmlns:a="http://schemas.openxmlformats.org/drawingml/2006/main">
              <a:ext uri="{FF2B5EF4-FFF2-40B4-BE49-F238E27FC236}">
                <a16:creationId xmlns:a16="http://schemas.microsoft.com/office/drawing/2014/main" id="{E2D6EA4A-ED78-47D5-B385-9B8F2A8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8FEDA6-4E00-4F84-A1BC-9222E01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8">
            <a:extLst xmlns:a="http://schemas.openxmlformats.org/drawingml/2006/main">
              <a:ext uri="{FF2B5EF4-FFF2-40B4-BE49-F238E27FC236}">
                <a16:creationId xmlns:a16="http://schemas.microsoft.com/office/drawing/2014/main" id="{7480CDD8-85B4-4F14-8DAC-BED58C8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411FD0-A883-48A6-BE7F-75A8E78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0">
            <a:extLst xmlns:a="http://schemas.openxmlformats.org/drawingml/2006/main">
              <a:ext uri="{FF2B5EF4-FFF2-40B4-BE49-F238E27FC236}">
                <a16:creationId xmlns:a16="http://schemas.microsoft.com/office/drawing/2014/main" id="{EABE3EBC-3BE2-4203-A785-7567A8F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2284B9-DDF8-412F-9416-C42C325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2">
            <a:extLst xmlns:a="http://schemas.openxmlformats.org/drawingml/2006/main">
              <a:ext uri="{FF2B5EF4-FFF2-40B4-BE49-F238E27FC236}">
                <a16:creationId xmlns:a16="http://schemas.microsoft.com/office/drawing/2014/main" id="{662ED5B2-8847-4578-A952-929F1BD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979AB6-BE17-432F-B67A-7A63A7C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pathLst>
              <a:path w="4048125" h="762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F506AF-8A78-4C42-8192-7642761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pathLst>
              <a:path w="4048125" h="762000">
                <a:moveTo>
                  <a:pt x="0" y="0"/>
                </a:moveTo>
                <a:lnTo>
                  <a:pt x="3238500" y="0"/>
                </a:lnTo>
                <a:lnTo>
                  <a:pt x="364331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0B4071-03E5-41FF-88F1-8416B23E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048125" cy="1524000"/>
          </a:xfrm>
          <a:custGeom xmlns:a="http://schemas.openxmlformats.org/drawingml/2006/main">
            <a:pathLst>
              <a:path w="4048125" h="1524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3238500" y="762000"/>
                </a:lnTo>
                <a:lnTo>
                  <a:pt x="3643313" y="1524000"/>
                </a:lnTo>
                <a:lnTo>
                  <a:pt x="4048125" y="1524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63" name="秒">
            <a:extLst xmlns:a="http://schemas.openxmlformats.org/drawingml/2006/main">
              <a:ext uri="{FF2B5EF4-FFF2-40B4-BE49-F238E27FC236}">
                <a16:creationId xmlns:a16="http://schemas.microsoft.com/office/drawing/2014/main" id="{2866A68D-BF4F-4EDB-A543-55033A31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4" name="L₁ 在第 2 秒能接收，卻不能等到 10 秒">
            <a:extLst xmlns:a="http://schemas.openxmlformats.org/drawingml/2006/main">
              <a:ext uri="{FF2B5EF4-FFF2-40B4-BE49-F238E27FC236}">
                <a16:creationId xmlns:a16="http://schemas.microsoft.com/office/drawing/2014/main" id="{D1590780-FC76-4A68-95FA-87357C9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L₁ 在第 2 秒能接收，卻不能等到 10 秒</a:t>
            </a:r>
          </a:p>
        </p:txBody>
      </p:sp>
      <p:sp>
        <p:nvSpPr>
          <p:cNvPr id="65" name="Q 原本">
            <a:extLst xmlns:a="http://schemas.openxmlformats.org/drawingml/2006/main">
              <a:ext uri="{FF2B5EF4-FFF2-40B4-BE49-F238E27FC236}">
                <a16:creationId xmlns:a16="http://schemas.microsoft.com/office/drawing/2014/main" id="{43BF21CD-D1A9-4691-A604-52D15CE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6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F9B4AF78-8E23-45DC-B99F-90611766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[L₄(C,3,U={c6:4}), L₂(B,8,U={c4:4})]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1350E1-F4CD-4752-A5D5-720FCB3E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370F50-983A-431F-9775-A8C1918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9" name="Q 更新">
            <a:extLst xmlns:a="http://schemas.openxmlformats.org/drawingml/2006/main">
              <a:ext uri="{FF2B5EF4-FFF2-40B4-BE49-F238E27FC236}">
                <a16:creationId xmlns:a16="http://schemas.microsoft.com/office/drawing/2014/main" id="{90B4DA67-B071-46E3-917F-34EE625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70" name="不建立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5D01516D-EAB5-4730-9949-DA482FE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不建立新標籤；Q 仍為 [L₄(C,3,U={c6:4}), L₂(B,8,U={c4:4})]</a:t>
            </a:r>
          </a:p>
        </p:txBody>
      </p:sp>
    </p:spTree>
    <p:extLst>
      <p:ext uri="{BB962C8B-B14F-4D97-AF65-F5344CB8AC3E}">
        <p14:creationId xmlns:p14="http://schemas.microsoft.com/office/powerpoint/2010/main" val="20050130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1　取出 L₄：c7 容量只有 2 MB">
            <a:extLst xmlns:a="http://schemas.openxmlformats.org/drawingml/2006/main">
              <a:ext uri="{FF2B5EF4-FFF2-40B4-BE49-F238E27FC236}">
                <a16:creationId xmlns:a16="http://schemas.microsoft.com/office/drawing/2014/main" id="{F18FF94A-B88F-4FB6-ADAE-711F6E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11　取出 L₄：c7 容量只有 2 MB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9379D2D-4A9B-4535-9232-35A157B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  <p:sp>
        <p:nvSpPr>
          <p:cNvPr id="3" name="不可分割的 4 MB bundle，不能只送其中 2 MB。">
            <a:extLst xmlns:a="http://schemas.openxmlformats.org/drawingml/2006/main">
              <a:ext uri="{FF2B5EF4-FFF2-40B4-BE49-F238E27FC236}">
                <a16:creationId xmlns:a16="http://schemas.microsoft.com/office/drawing/2014/main" id="{5FD55BD5-4DB9-498A-86A0-ACC9CE2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不可分割的 4 MB bundle，不能只送其中 2 MB。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B4C74-1A4D-418D-8241-13083FD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240E3-C561-4DA1-A6CF-532C534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A60390B8-B5F4-45A7-9E91-E008AE3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3E8B9-B1AB-4B36-8DEB-0C5B19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AE136-32B1-4576-9C74-36B9F9F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3173507-07DE-4A50-BCDE-18CBA43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EEDE4-C0ED-4A43-8374-2B7B325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62378-099D-4C00-9E85-29195FC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0C42A005-8E22-4A94-A28A-6C5D6AD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B54CD-4E64-44EA-9726-F1B8EBA5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2646A-0611-4C3E-A07D-9FF2000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CF33F56-066B-4829-9757-8F3F619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D86B4-89C6-4526-B05F-77CE897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D4301-5698-4A9B-8C17-A8141E3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A11A505C-F1FA-4EE9-A9F1-D20D1C2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00D9D-595A-4015-8074-B4E201C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432D1-1F2D-4274-9A0C-D0B23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A3079F1-CC95-409A-85F1-5ECAE60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7D428-D381-4F94-9BD4-4D1E8B0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77020-7E62-4561-981A-EA6439D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0B8F69F-A399-4921-A353-A978D42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CECAB-EC24-4A49-AB8C-6863482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B07AE-52EB-49BD-8E6D-A7302F5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93933-037A-4765-A89B-107F70E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51000-9DB5-45B9-85D4-7A6B9C6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035ABA76-4628-4718-95CD-729D54B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D12F6-DB98-4B40-877E-4B7E835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6DA49E3-7533-4359-8501-305BE49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776A1D-194E-43DA-97E0-B051DB8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7614EC6D-0E39-4791-BEFE-67461106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83B3E0-9CF9-475D-A8B7-FD7B035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26FCF160-5E15-4554-A5E2-52C4549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E027FF-65D9-4A66-A752-879946B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056F88A-CF6E-4A52-B564-0C7EE97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BAB530-882D-4994-BBF0-4E1202C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8B92F71-7B52-4D35-912D-A0A1026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7：剩餘容量不足">
            <a:extLst xmlns:a="http://schemas.openxmlformats.org/drawingml/2006/main">
              <a:ext uri="{FF2B5EF4-FFF2-40B4-BE49-F238E27FC236}">
                <a16:creationId xmlns:a16="http://schemas.microsoft.com/office/drawing/2014/main" id="{14BAB3BA-399F-46BF-AF3E-7241E45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c7：剩餘容量不足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1ECCBF17-E0D8-4E7A-9527-D54B6A3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22E6FB-66BF-4EE3-B8FA-60FB518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A12C60-C53C-425B-918D-A4BC40F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E37CCB-7987-4EE2-915D-A18325F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2F36DA-5996-4230-B61D-84D5066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2 MB">
            <a:extLst xmlns:a="http://schemas.openxmlformats.org/drawingml/2006/main">
              <a:ext uri="{FF2B5EF4-FFF2-40B4-BE49-F238E27FC236}">
                <a16:creationId xmlns:a16="http://schemas.microsoft.com/office/drawing/2014/main" id="{19F5F21E-F128-43CD-981B-AB27181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剩餘：2 MB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0B071F-D377-444F-A0B9-EAF2B79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952222-3CB8-4252-9412-77060BE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7C0C7C-DB5B-419F-AA7B-A4A49C8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135660-F43F-41FF-A38C-B66AF32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2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0FD9E362-D4B4-4F32-97AD-3B0480F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2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019BE509-C656-4350-AD3B-3640F36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1546178F-08D2-46B5-89C4-A38B5B6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[L₄(C,3,U={c6:4}), L₂(B,8,U={c4:4})]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64AAD1-3FFA-4082-A603-8640D8B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D903C5-5B24-4259-8FD0-BBB0A29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7EBD2EEC-8C5E-45A5-9830-AE3A5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₄；留下 [L₂(B,8)]">
            <a:extLst xmlns:a="http://schemas.openxmlformats.org/drawingml/2006/main">
              <a:ext uri="{FF2B5EF4-FFF2-40B4-BE49-F238E27FC236}">
                <a16:creationId xmlns:a16="http://schemas.microsoft.com/office/drawing/2014/main" id="{80DFDCBA-62E0-4137-8E2C-501FD604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L₄；留下 [L₂(B,8,U={c4:4})]</a:t>
            </a:r>
          </a:p>
        </p:txBody>
      </p:sp>
    </p:spTree>
    <p:extLst>
      <p:ext uri="{BB962C8B-B14F-4D97-AF65-F5344CB8AC3E}">
        <p14:creationId xmlns:p14="http://schemas.microsoft.com/office/powerpoint/2010/main" val="132531467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2　同一個 L₄：c8 已經來不及">
            <a:extLst xmlns:a="http://schemas.openxmlformats.org/drawingml/2006/main">
              <a:ext uri="{FF2B5EF4-FFF2-40B4-BE49-F238E27FC236}">
                <a16:creationId xmlns:a16="http://schemas.microsoft.com/office/drawing/2014/main" id="{001A59D1-CB5E-456E-92BC-8792BC4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　同一個 L₄：c8 已經來不及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5055590-0181-4E32-970E-6A574B6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3" name="最早可發送是 3 秒，但最晚必須在 2 秒起送，沒有可用時刻。">
            <a:extLst xmlns:a="http://schemas.openxmlformats.org/drawingml/2006/main">
              <a:ext uri="{FF2B5EF4-FFF2-40B4-BE49-F238E27FC236}">
                <a16:creationId xmlns:a16="http://schemas.microsoft.com/office/drawing/2014/main" id="{3F12315C-D9AF-4B8C-AFEC-8CE027C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最早可發送是 3 秒，但最晚必須在 2 秒起送，沒有可用時刻。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4A274-72E9-4868-A747-F98295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790E3-39F3-41B5-A98F-04CF9BC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FC196893-1909-40D2-998A-C3D1CD84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73FE9-20AB-416F-8943-C7490BF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9D309-B77F-4530-BB9F-C1E704E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42D7A68-B98F-4BFB-B7D4-CA3D003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B8602-5AB9-4F87-B956-065F590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C2F24-6736-4E67-ABD4-BFD5915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F7955E9-EFC4-4959-92A0-76D3718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A7C11-434B-4E50-8C1E-11B2E80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8A5D7-5173-442B-945C-B29A4FB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EBFAC1B-26AE-4473-8A0A-3E58449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DB164-0564-4A47-B408-AB8BFF8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49258-7127-4826-A9F3-34C1DAD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D9221504-855C-48D8-8F9C-F4C1911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A369C-4519-4168-A45A-0D108EE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BDB4F-12AD-462B-AEA1-3EDFDC0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AA96E7F-0B1F-4CC4-B501-2ACF0E0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24AB3-C2B6-46C6-B13E-079F867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CDCCC-E3C1-40B2-B31B-88C6E13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C4F5D03D-ED34-469E-844D-303FF9F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0E0CA-E57F-476C-AADB-4BCC183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39E0F-C189-4BEE-BB7D-D5E989D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CFFADDF0-2F68-4698-8A5F-D44C8AE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D804F-EBE9-4F66-8851-6373214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D4DC04-CD56-4BA6-A4E4-AA238D9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31786-BC9E-45E8-9999-8C0F6C7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9C7F590C-9EA8-40B6-BAA0-687A865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93FA2-92B4-4A72-B450-2DA8688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10C92DA9-E5A4-48CD-81CF-4B4EC56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01EFDC-3F46-4D20-957E-F58A5E3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A918FF6E-C9EB-4C35-875D-3D043CC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2CC012-EF70-485A-951D-3D9B15D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AC47CCA-9875-4946-924B-791697C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803F66-DC82-4A93-B008-39CE02D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C70CCB4A-7353-4C2E-8078-1FC01B1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8 容量足夠，時間卻不夠">
            <a:extLst xmlns:a="http://schemas.openxmlformats.org/drawingml/2006/main">
              <a:ext uri="{FF2B5EF4-FFF2-40B4-BE49-F238E27FC236}">
                <a16:creationId xmlns:a16="http://schemas.microsoft.com/office/drawing/2014/main" id="{1DC682C7-4E36-472E-A9CB-7A8E4BF1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 容量足夠，時間卻不夠</a:t>
            </a:r>
          </a:p>
        </p:txBody>
      </p:sp>
      <p:sp>
        <p:nvSpPr>
          <p:cNvPr id="41" name="c8 窗口">
            <a:extLst xmlns:a="http://schemas.openxmlformats.org/drawingml/2006/main">
              <a:ext uri="{FF2B5EF4-FFF2-40B4-BE49-F238E27FC236}">
                <a16:creationId xmlns:a16="http://schemas.microsoft.com/office/drawing/2014/main" id="{FF19A581-FBAB-4E5C-81F7-8E95F8D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 窗口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2A579D-71AE-401D-9E55-66A14B7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3F8608-6495-4764-B932-72A46D3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4" name="C 完整收到">
            <a:extLst xmlns:a="http://schemas.openxmlformats.org/drawingml/2006/main">
              <a:ext uri="{FF2B5EF4-FFF2-40B4-BE49-F238E27FC236}">
                <a16:creationId xmlns:a16="http://schemas.microsoft.com/office/drawing/2014/main" id="{F470EBEC-0C18-484F-9682-10C7855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 完整收到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5865AC-3952-46DD-BA32-0E4C51D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3611E7-37BA-4017-847C-0BDF5AF8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AF"/>
            </a:solidFill>
          </a:ln>
        </p:spPr>
      </p:sp>
      <p:sp>
        <p:nvSpPr>
          <p:cNvPr id="47" name="最快也只能">
            <a:extLst xmlns:a="http://schemas.openxmlformats.org/drawingml/2006/main">
              <a:ext uri="{FF2B5EF4-FFF2-40B4-BE49-F238E27FC236}">
                <a16:creationId xmlns:a16="http://schemas.microsoft.com/office/drawing/2014/main" id="{4FF5DB7D-8660-4819-AB36-E6FF2E7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最快也只能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188B45-FDC4-4579-B5A7-B0A3327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4AD558-E11A-45C6-A0D9-93AF44F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C28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CE96E4-42E9-46FB-A8C4-27D1263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09CD4B-E279-41D6-97D6-0B27E44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1">
            <a:extLst xmlns:a="http://schemas.openxmlformats.org/drawingml/2006/main">
              <a:ext uri="{FF2B5EF4-FFF2-40B4-BE49-F238E27FC236}">
                <a16:creationId xmlns:a16="http://schemas.microsoft.com/office/drawing/2014/main" id="{56FC1367-B6E3-466E-A3BD-0779B72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3EC398-2B35-4DDA-84DE-B8BF61F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2">
            <a:extLst xmlns:a="http://schemas.openxmlformats.org/drawingml/2006/main">
              <a:ext uri="{FF2B5EF4-FFF2-40B4-BE49-F238E27FC236}">
                <a16:creationId xmlns:a16="http://schemas.microsoft.com/office/drawing/2014/main" id="{AB7B2446-0B36-4234-B3ED-86FD281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D7F28E-3179-4FC2-A29A-92BF619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3">
            <a:extLst xmlns:a="http://schemas.openxmlformats.org/drawingml/2006/main">
              <a:ext uri="{FF2B5EF4-FFF2-40B4-BE49-F238E27FC236}">
                <a16:creationId xmlns:a16="http://schemas.microsoft.com/office/drawing/2014/main" id="{5678F044-71FB-473B-9C29-69ED2C1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C6C9BA-8DA2-4816-A39F-1DF003B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4">
            <a:extLst xmlns:a="http://schemas.openxmlformats.org/drawingml/2006/main">
              <a:ext uri="{FF2B5EF4-FFF2-40B4-BE49-F238E27FC236}">
                <a16:creationId xmlns:a16="http://schemas.microsoft.com/office/drawing/2014/main" id="{8B542A62-D28A-4F80-8745-0CCA405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79C4CB-3253-4B2C-ADBF-3967EF9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5">
            <a:extLst xmlns:a="http://schemas.openxmlformats.org/drawingml/2006/main">
              <a:ext uri="{FF2B5EF4-FFF2-40B4-BE49-F238E27FC236}">
                <a16:creationId xmlns:a16="http://schemas.microsoft.com/office/drawing/2014/main" id="{9327A282-2794-4A49-ABF8-63B7C28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2BBD0AB9-C9F8-410E-97CD-A873668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3～4 秒的傳送超出窗口">
            <a:extLst xmlns:a="http://schemas.openxmlformats.org/drawingml/2006/main">
              <a:ext uri="{FF2B5EF4-FFF2-40B4-BE49-F238E27FC236}">
                <a16:creationId xmlns:a16="http://schemas.microsoft.com/office/drawing/2014/main" id="{F0EFCA0A-AB84-492E-B278-9FA2522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3～4 秒的傳送超出窗口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7F4DB8A8-06AF-4031-A4B3-628E9D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₂(B,8)]">
            <a:extLst xmlns:a="http://schemas.openxmlformats.org/drawingml/2006/main">
              <a:ext uri="{FF2B5EF4-FFF2-40B4-BE49-F238E27FC236}">
                <a16:creationId xmlns:a16="http://schemas.microsoft.com/office/drawing/2014/main" id="{EEA1A9FE-64C2-458D-BEDA-57D9D93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[L₂(B,8,U={c4:4})]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3E6D3D-A38D-4850-A334-98E6A24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F2F81E-6626-4FE4-879C-3945B51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81417C6C-46D6-4A01-AC01-9967CA3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沒有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B5C724FD-BBB5-49AF-A1E7-A7C22A6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沒有新標籤；Q 仍為 [L₂(B,8,U={c4:4})]</a:t>
            </a:r>
          </a:p>
        </p:txBody>
      </p:sp>
    </p:spTree>
    <p:extLst>
      <p:ext uri="{BB962C8B-B14F-4D97-AF65-F5344CB8AC3E}">
        <p14:creationId xmlns:p14="http://schemas.microsoft.com/office/powerpoint/2010/main" val="196074921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3　取出晚到 B 的 L₂：先試 c2">
            <a:extLst xmlns:a="http://schemas.openxmlformats.org/drawingml/2006/main">
              <a:ext uri="{FF2B5EF4-FFF2-40B4-BE49-F238E27FC236}">
                <a16:creationId xmlns:a16="http://schemas.microsoft.com/office/drawing/2014/main" id="{E0885A27-4015-48A5-81DC-4D68DA8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13　取出晚到 B 的 L₂：先試 c2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EEA4BEE-E5C4-442F-A975-C2A23F6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  <p:sp>
        <p:nvSpPr>
          <p:cNvPr id="3" name="c2 仍為 0 MB，直接拒絕；接著嘗試 c5。">
            <a:extLst xmlns:a="http://schemas.openxmlformats.org/drawingml/2006/main">
              <a:ext uri="{FF2B5EF4-FFF2-40B4-BE49-F238E27FC236}">
                <a16:creationId xmlns:a16="http://schemas.microsoft.com/office/drawing/2014/main" id="{ECDC7E4B-FBF1-4E3B-A5E6-6D95CA9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仍為 0 MB，直接拒絕；接著嘗試 c5。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382FE-A0E8-457B-9FE7-56F624F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8CD84-D8CE-48EC-AE40-C6FD45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3B4EB14-43ED-4222-A7A1-3E44C12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26C45-6879-42D1-AD3C-4B8887B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F9A03-B31D-4C4D-A1E1-2131C66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2755795-C4E7-46ED-9F3D-9603B70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1D473-82A0-46E1-A9CB-AA6CC06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6A61F-C184-434C-B03A-4549FB8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BCC54-E3A5-4512-83FF-CA95304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A85D2-93B2-4E62-A5D1-6544437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8840D084-8310-4C35-B519-FF47F14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11660-6809-4421-8793-BE8B744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4CECF-922F-4A50-A7FF-2DE030C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B9D8A947-3B3C-4A71-9224-8909B6C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38CD1-4BDF-4AE1-9580-C352606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23BE9-0D7E-4DA7-91F9-0E81044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4DED0858-8004-49B1-A6E6-19A6B5B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F34D8-2BD5-4C59-B90A-D70520D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B5AF2-2715-4905-8E63-B5F853B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795B0EFB-083B-42A7-ABAC-C4083A3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A9087-800C-493B-B2C5-2337FF6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56228-AB57-4A93-9EEC-78341B2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8F892623-33E3-4C24-A54D-6058A5B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AAA61F-343E-4E17-A222-B610F0D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18BA8-2D7D-441F-B1B5-72C0F50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BEF2837D-4E16-4696-8D87-3402FED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73183-B743-4921-B9E3-77F807A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C6EA6951-3E60-4776-875F-059BAE9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41654-CAAF-40B5-A1BB-303C3D7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5BE2C40D-CB1A-46C3-977B-7FED976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8B51E1-F246-4EB7-86AE-154E6DA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66DF34D0-32FB-4729-ABDE-0768BD3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5EFB2D-F3CD-4469-93F7-2BCFD44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436F1B5E-EADD-4DFC-89F4-2F1B426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C4CD39-AC58-4322-9574-4809476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712863AD-A457-4915-BEF1-A274878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同一節點 B，以第 8 秒標籤再展開">
            <a:extLst xmlns:a="http://schemas.openxmlformats.org/drawingml/2006/main">
              <a:ext uri="{FF2B5EF4-FFF2-40B4-BE49-F238E27FC236}">
                <a16:creationId xmlns:a16="http://schemas.microsoft.com/office/drawing/2014/main" id="{3DD5F027-D94E-4E27-B9FF-564E7060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同一節點 B，以第 8 秒標籤再展開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F14BBFC7-91A0-4424-BD67-CAB9A4A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2EF8A7-09A3-40A8-9C72-031233F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893F24-13C4-4C38-86F2-5EA53BD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B84BE2-E18A-4A37-AC1B-BE5DDA9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1A47FD-4CD9-4BF4-864E-244A79E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4EA5C4B0-D79C-4A50-A9A7-64426A9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A02D43-6F22-4198-AB95-E42553A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AD662D-AB22-4B23-B341-F33591E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8E17E1-C14D-47CA-86A0-66ECE7C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6E9988-8A80-4C0F-BA48-EC6A9BF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5D1CEFFC-E232-41D4-8D55-EF9F2EE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DB64C6A9-DE44-4B49-AD6D-76B77AA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₂(B,8)]">
            <a:extLst xmlns:a="http://schemas.openxmlformats.org/drawingml/2006/main">
              <a:ext uri="{FF2B5EF4-FFF2-40B4-BE49-F238E27FC236}">
                <a16:creationId xmlns:a16="http://schemas.microsoft.com/office/drawing/2014/main" id="{18E1108A-C0D7-459E-87DB-7EFA403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[L₂(B,8,U={c4:4})]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A72AF4-01D0-4BCC-B912-4AB85F9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7008DC-1825-418C-A1DE-D4E516B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A69FE742-386A-428F-8BDE-6AD105A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₂，Q=[]">
            <a:extLst xmlns:a="http://schemas.openxmlformats.org/drawingml/2006/main">
              <a:ext uri="{FF2B5EF4-FFF2-40B4-BE49-F238E27FC236}">
                <a16:creationId xmlns:a16="http://schemas.microsoft.com/office/drawing/2014/main" id="{BD0AC163-C406-4D3C-8A40-FD66F9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L₂(B,8,U={c4:4})，Q=[]</a:t>
            </a:r>
          </a:p>
        </p:txBody>
      </p:sp>
    </p:spTree>
    <p:extLst>
      <p:ext uri="{BB962C8B-B14F-4D97-AF65-F5344CB8AC3E}">
        <p14:creationId xmlns:p14="http://schemas.microsoft.com/office/powerpoint/2010/main" val="121235990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4　晚到 B：可以等到 c5 再發送">
            <a:extLst xmlns:a="http://schemas.openxmlformats.org/drawingml/2006/main">
              <a:ext uri="{FF2B5EF4-FFF2-40B4-BE49-F238E27FC236}">
                <a16:creationId xmlns:a16="http://schemas.microsoft.com/office/drawing/2014/main" id="{7F1C5F49-8F74-4164-A384-980DB701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14　晚到 B：可以等到 c5 再發送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BDF3C40B-C0CC-4EA4-8839-5A12A9B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  <p:sp>
        <p:nvSpPr>
          <p:cNvPr id="3" name="B 在 8～10 秒持有 4 MB，10～11 秒逐 byte ">
            <a:extLst xmlns:a="http://schemas.openxmlformats.org/drawingml/2006/main">
              <a:ext uri="{FF2B5EF4-FFF2-40B4-BE49-F238E27FC236}">
                <a16:creationId xmlns:a16="http://schemas.microsoft.com/office/drawing/2014/main" id="{D254CFF5-4143-49E7-8ED7-DB8EB009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 8～10 秒持有 4 MB，10～11 秒逐 byte 釋放，全程不超限。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30354-8CB7-484B-A6B4-FD2321B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17D53-9D81-4EC5-9181-63CB819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A588BE4-B03B-40AF-A028-B5E54D8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43EA4-530F-4AE5-8557-0A425E8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1299F-88C3-41D7-8A95-57E3F30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92E4422-7B5F-4234-B101-F0BB55E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598D9-BF82-4B6A-B151-88E7D7BE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B29A9-BD31-4D9B-9F9A-0D4C2F0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F8C30795-D7FC-448D-8D51-520EF7B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A460F-B18E-47FB-8B80-59A9057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A2B1A-DCCB-4C6E-A8FC-9E6E532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05F4959E-9327-4263-8B6E-2C05439B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31463-6CBC-4357-95C0-FE7C694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01EB4-5E45-4B6B-960E-E8E4B68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5B635F-8915-4D2D-A7D0-7D9E7AD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212AC-8EB9-4BDE-9E79-EA42B9BF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F215B-AC74-4135-A751-5545F28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9DCCBA0B-26F4-4692-8A96-66681FD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C9DC7-5946-4DC5-9F28-F3C5ADE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16385-D9DB-490E-91B4-D5AF99D8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8F566EA2-A4F2-4273-8490-45241099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7325B-868B-41F6-9072-A8B11551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E97F7-0B31-4B99-9830-39ADE19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667458-7313-4232-8340-3EA3E5D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5CA2F-CB18-42C7-9575-E46C17A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F81DCD38-120D-4DB4-BB42-2CDE93B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AA44F-CFE5-48BB-BB4A-0BDC9A8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1613C32-7E47-4B4F-91CB-332526F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01B15C-D446-4F2F-9A2A-5656D854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C077A9A-CBF3-469E-A47D-855FFDD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4892C-7586-44F5-8028-B88EEBF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2C7EB11D-FB65-498C-998D-8B3252F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85DEE6-836A-4805-98D9-D7EE654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1FF8D090-9C3F-4A85-BBF3-404B954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選定安排">
            <a:extLst xmlns:a="http://schemas.openxmlformats.org/drawingml/2006/main">
              <a:ext uri="{FF2B5EF4-FFF2-40B4-BE49-F238E27FC236}">
                <a16:creationId xmlns:a16="http://schemas.microsoft.com/office/drawing/2014/main" id="{C4CFBDA4-207F-4BFD-AE3C-D87EC2F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綠：第二包選定安排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DC5075-3A80-4271-9042-E957A29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E43FDDE6-D5C2-47E5-99C8-68C1048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1DB61E84-2D80-4915-848C-67B2E33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0C1A23-81E7-4EA5-81C5-D9F161E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2BC9A2D6-4D78-4D24-838E-D79C436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D754B777-36FE-4E06-BA9C-5BAE132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45D564-4D69-4FB7-8B1C-59F65B1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D8E1D643-D6EE-4389-9B7A-353C212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C693E4-E07C-4A76-AF3A-DB40D28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15EEF7FD-24E0-441D-8717-1A83E9C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A07024-BCE8-4D13-8B82-8E58543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D5CDEF02-7FAC-4D09-B6BF-50C2EA7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530DCA-00BD-4088-B591-7873B04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1B26677D-9B8A-4ADA-B8CB-EFCB885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E7BC21-4967-4303-BC20-3C02976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C3F54565-2D08-45EA-B983-D24CC9F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E2711F-ED22-451B-A697-4C85C36E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D07F2AFF-FDEE-4C2B-AB5F-28E774E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DB26D6-861B-4034-B699-42906CA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626EB52D-7F44-442E-9642-292B77A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7B8375-AADB-4F72-90AD-986604B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CF85FF-500C-4F7A-99A3-8E5D720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4D93CF7E-2EBA-485F-B303-1C83F8F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₅ = (D,12,{c4:4,c5:4})">
            <a:extLst xmlns:a="http://schemas.openxmlformats.org/drawingml/2006/main">
              <a:ext uri="{FF2B5EF4-FFF2-40B4-BE49-F238E27FC236}">
                <a16:creationId xmlns:a16="http://schemas.microsoft.com/office/drawing/2014/main" id="{B47EE204-4E3F-4C06-B617-B6C3F49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 = (D,12,{c4:4,c5:4})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38F610D6-525D-4FF9-944D-F7A396C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]">
            <a:extLst xmlns:a="http://schemas.openxmlformats.org/drawingml/2006/main">
              <a:ext uri="{FF2B5EF4-FFF2-40B4-BE49-F238E27FC236}">
                <a16:creationId xmlns:a16="http://schemas.microsoft.com/office/drawing/2014/main" id="{47C63EA6-758D-4BC1-882E-2937BB9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641133-6101-4C03-BF3F-787A9EFD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F735A9-D305-4C89-865D-CB157FF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55C083FE-C877-4C7A-8080-EBCAA4C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₅(D,12)]">
            <a:extLst xmlns:a="http://schemas.openxmlformats.org/drawingml/2006/main">
              <a:ext uri="{FF2B5EF4-FFF2-40B4-BE49-F238E27FC236}">
                <a16:creationId xmlns:a16="http://schemas.microsoft.com/office/drawing/2014/main" id="{BD81A4F5-DCD3-4CAE-8499-5F0199C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[L₅(D,12,U={c4:4,c5:4})]</a:t>
            </a:r>
          </a:p>
        </p:txBody>
      </p:sp>
    </p:spTree>
    <p:extLst>
      <p:ext uri="{BB962C8B-B14F-4D97-AF65-F5344CB8AC3E}">
        <p14:creationId xmlns:p14="http://schemas.microsoft.com/office/powerpoint/2010/main" val="13504752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15　取出目的地：沿前驅回溯">
            <a:extLst xmlns:a="http://schemas.openxmlformats.org/drawingml/2006/main">
              <a:ext uri="{FF2B5EF4-FFF2-40B4-BE49-F238E27FC236}">
                <a16:creationId xmlns:a16="http://schemas.microsoft.com/office/drawing/2014/main" id="{6A8AFD44-4A1A-4E59-B4DC-FFF7AA8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15　取出目的地：沿前驅回溯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95633ACE-9B8C-4EC8-BE47-6B5841F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  <p:sp>
        <p:nvSpPr>
          <p:cNvPr id="3" name="選定 A→B→D，第 12 秒完整到達；驗證後才更新資源。">
            <a:extLst xmlns:a="http://schemas.openxmlformats.org/drawingml/2006/main">
              <a:ext uri="{FF2B5EF4-FFF2-40B4-BE49-F238E27FC236}">
                <a16:creationId xmlns:a16="http://schemas.microsoft.com/office/drawing/2014/main" id="{7F18A762-9680-4492-BA40-6C9A4FE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 A→B→D，第 12 秒完整到達；驗證後才更新資源。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44981-896A-471B-AC49-D822CC8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" name="L₀&#10;A,1">
            <a:extLst xmlns:a="http://schemas.openxmlformats.org/drawingml/2006/main">
              <a:ext uri="{FF2B5EF4-FFF2-40B4-BE49-F238E27FC236}">
                <a16:creationId xmlns:a16="http://schemas.microsoft.com/office/drawing/2014/main" id="{FB7B4FAD-7928-4A56-B6D7-7C90A32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L₀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A,1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9E3BB-9715-4F5E-B7F2-6BE258D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7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599B6C87-AAB6-4C58-8429-92B6ECE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B,8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3EF1A-D06F-4883-B237-009CED4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9" name="L₅&#10;D,12">
            <a:extLst xmlns:a="http://schemas.openxmlformats.org/drawingml/2006/main">
              <a:ext uri="{FF2B5EF4-FFF2-40B4-BE49-F238E27FC236}">
                <a16:creationId xmlns:a16="http://schemas.microsoft.com/office/drawing/2014/main" id="{91CFB45E-EA8E-4181-9FD2-EC5787C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D,12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8800B-9382-4D1E-9AFF-734B0ED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1619250" cy="9525"/>
          </a:xfrm>
          <a:custGeom xmlns:a="http://schemas.openxmlformats.org/drawingml/2006/main"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A26F5-417B-4563-B765-BB18000A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785" y="2592760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B4DF9-C355-4538-A329-1A85B2E7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38425"/>
            <a:ext cx="1714500" cy="9525"/>
          </a:xfrm>
          <a:custGeom xmlns:a="http://schemas.openxmlformats.org/drawingml/2006/main"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EB71B-1466-4A1C-BFBD-1DA8C25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410" y="2592760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c4：7～8 秒">
            <a:extLst xmlns:a="http://schemas.openxmlformats.org/drawingml/2006/main">
              <a:ext uri="{FF2B5EF4-FFF2-40B4-BE49-F238E27FC236}">
                <a16:creationId xmlns:a16="http://schemas.microsoft.com/office/drawing/2014/main" id="{D447D58A-81ED-4CA0-A939-29128C4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c4：7～8 秒</a:t>
            </a:r>
          </a:p>
        </p:txBody>
      </p:sp>
      <p:sp>
        <p:nvSpPr>
          <p:cNvPr id="15" name="c5：10～11 秒">
            <a:extLst xmlns:a="http://schemas.openxmlformats.org/drawingml/2006/main">
              <a:ext uri="{FF2B5EF4-FFF2-40B4-BE49-F238E27FC236}">
                <a16:creationId xmlns:a16="http://schemas.microsoft.com/office/drawing/2014/main" id="{1BFB8760-E9A6-40D7-AED5-3D79EEBD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c5：10～11 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BE7CD-6710-4B0D-B712-993EA70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57600"/>
            <a:ext cx="1714500" cy="9525"/>
          </a:xfrm>
          <a:custGeom xmlns:a="http://schemas.openxmlformats.org/drawingml/2006/main">
            <a:pathLst>
              <a:path w="1714500" h="9525">
                <a:moveTo>
                  <a:pt x="1714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2E4FC-1B77-46EF-AD56-F27511C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11935"/>
            <a:ext cx="83590" cy="91331"/>
          </a:xfrm>
          <a:custGeom xmlns:a="http://schemas.openxmlformats.org/drawingml/2006/main"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7CA97-DD37-4564-9DEE-F33D287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1619250" cy="9525"/>
          </a:xfrm>
          <a:custGeom xmlns:a="http://schemas.openxmlformats.org/drawingml/2006/main"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BA614-DA49-4417-9210-8FB735D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1935"/>
            <a:ext cx="83590" cy="91331"/>
          </a:xfrm>
          <a:custGeom xmlns:a="http://schemas.openxmlformats.org/drawingml/2006/main"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0" name="pred 回溯方向">
            <a:extLst xmlns:a="http://schemas.openxmlformats.org/drawingml/2006/main">
              <a:ext uri="{FF2B5EF4-FFF2-40B4-BE49-F238E27FC236}">
                <a16:creationId xmlns:a16="http://schemas.microsoft.com/office/drawing/2014/main" id="{88B1B2DA-A238-491F-BDC5-8E30BC4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pred 回溯方向</a:t>
            </a:r>
          </a:p>
        </p:txBody>
      </p:sp>
      <p:sp>
        <p:nvSpPr>
          <p:cNvPr id="21" name="R[c4]：8→4 MB　　　R[c5]：4→0 MB">
            <a:extLst xmlns:a="http://schemas.openxmlformats.org/drawingml/2006/main">
              <a:ext uri="{FF2B5EF4-FFF2-40B4-BE49-F238E27FC236}">
                <a16:creationId xmlns:a16="http://schemas.microsoft.com/office/drawing/2014/main" id="{6AA5AFF9-5093-426C-892A-4A99DD3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R[c4]：8→4 MB　　　R[c5]：4→0 MB</a:t>
            </a:r>
          </a:p>
        </p:txBody>
      </p:sp>
    </p:spTree>
    <p:extLst>
      <p:ext uri="{BB962C8B-B14F-4D97-AF65-F5344CB8AC3E}">
        <p14:creationId xmlns:p14="http://schemas.microsoft.com/office/powerpoint/2010/main" val="58312570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16　兩包都接受後：B 的合計占用">
            <a:extLst xmlns:a="http://schemas.openxmlformats.org/drawingml/2006/main">
              <a:ext uri="{FF2B5EF4-FFF2-40B4-BE49-F238E27FC236}">
                <a16:creationId xmlns:a16="http://schemas.microsoft.com/office/drawing/2014/main" id="{C2375C4B-2C4E-466E-9E5A-62CE61A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16　兩包都接受後：B 的合計占用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935743C3-76B8-4BE9-82C3-C6B05F6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" name="兩包的占用錯開，B 的合計峰值為 4 MB。">
            <a:extLst xmlns:a="http://schemas.openxmlformats.org/drawingml/2006/main">
              <a:ext uri="{FF2B5EF4-FFF2-40B4-BE49-F238E27FC236}">
                <a16:creationId xmlns:a16="http://schemas.microsoft.com/office/drawing/2014/main" id="{4A45C88B-FAF8-4AE7-A15C-741C484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兩包的占用錯開，B 的合計峰值為 4 MB。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9D6E6-BF97-49A6-A506-213DEFD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5094A-0F09-44F9-9798-A686795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03C0640-B436-45E7-8B6D-4A92203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C1CF1-04AB-4259-85B6-343F0E7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B0EE5-E1B9-4A64-B81A-D4A50A1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3BB79F1A-0914-4BCF-8A66-2B224B0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38EE2-2F4B-40C2-95BD-8B4E244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05BE2-6EE0-4829-AC7D-4B6F4F3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3E63E7D0-209D-4C5F-B082-F73134B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FABCE-D98E-415B-A223-6D31636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39B94-C0F4-4A92-BBE0-69A148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98A5A746-1CDC-4855-B19F-C9420401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B51A-7130-4FF4-85A7-F99173C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BC6B7-4BD2-4373-8153-B8005F5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A871D9E-4AF3-4976-BDF3-4558087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1256F-CDB8-44C1-A8F4-989D603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17DF8-6C4B-41C7-8C23-1A3F0E1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DE078FF0-D292-4438-A37B-1EEE389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C63E3-032D-4012-A226-AE3A2BB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95303-9D43-4614-9A7B-287A2AC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501CF749-D7B8-4B63-87FE-7CCB46C5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851CC-39D2-401D-BC7C-BE2C2AF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6B48D9-7D33-4EE6-9BF0-F3B844C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5D0D5166-572D-4AC8-8ABE-C6CCAD1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BF6DF-2A64-404D-A8BC-29690D3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8A6A010-FB5F-4298-B9C4-A3E08F21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7AB7FB-C1F6-4107-96F5-476884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43E3D94-1841-4EF2-B5D9-EB1019A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5E8135-20FF-488A-A5AA-907F799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BA0DC199-475D-4BAB-B1B7-797C300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14A19-6DEE-47E4-B169-D3021E6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CAC2367-9DB0-4092-9257-3ACE58B7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8F2DE0-2DC8-4042-ACEF-DCA2697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55AB794B-6834-41DD-940D-CDAE53A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">
            <a:extLst xmlns:a="http://schemas.openxmlformats.org/drawingml/2006/main">
              <a:ext uri="{FF2B5EF4-FFF2-40B4-BE49-F238E27FC236}">
                <a16:creationId xmlns:a16="http://schemas.microsoft.com/office/drawing/2014/main" id="{A2D21C71-5490-4E66-BEED-6A84787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691F93-7855-410B-BB33-83D3B39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B6157924-BA54-4B27-B33F-AB31E79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5142BEB3-138E-4463-AE32-71DF3EF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BF96D1-36C2-4A9E-8D79-A71E241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9EC2F97D-81C9-462A-8204-AA5EFE7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E500FEF3-ED3A-4F25-A326-7247A0F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8367B7-B1A3-49A3-AE91-A42FA11E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C5E0759F-ACC3-4EB0-A6FC-13CF95C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92B986-9CA4-46CE-A2D9-0392CED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75082C34-9C65-4647-9BE4-5454245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895229-0874-47A4-9C1A-4F8CB1B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09D0D0CB-09C5-4D31-B534-18F8D84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F0B63F-6F6D-48EF-AD31-136F1C8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566363C6-E5AF-4AEA-9E19-2B9612F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97BEBB-131F-41C1-9C5F-C9B6CDD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819DA5DE-2092-40E6-9D6A-0D542E6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96CADA-A055-41FC-95B6-4F5AF46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F3C27A56-ECA1-4F21-B782-008D545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E2A5B5-4D26-454F-A0EB-4F38490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336EFFE5-0081-44B7-AFF2-9E30A6B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FE037F-5104-472A-921F-610D45B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361406" cy="1371600"/>
          </a:xfrm>
          <a:custGeom xmlns:a="http://schemas.openxmlformats.org/drawingml/2006/main">
            <a:pathLst>
              <a:path w="2361406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ED52AA-2752-48CD-A143-0E89AFB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1759A581-3B54-4DBF-B1CA-F0D84B1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第一包 8 秒到 D；第二包 12 秒到 D">
            <a:extLst xmlns:a="http://schemas.openxmlformats.org/drawingml/2006/main">
              <a:ext uri="{FF2B5EF4-FFF2-40B4-BE49-F238E27FC236}">
                <a16:creationId xmlns:a16="http://schemas.microsoft.com/office/drawing/2014/main" id="{C895EA0F-FA2F-4ABC-BB09-87D9A80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8 秒到 D；第二包 12 秒到 D</a:t>
            </a:r>
          </a:p>
        </p:txBody>
      </p:sp>
      <p:sp>
        <p:nvSpPr>
          <p:cNvPr id="63" name="R（c1～c8）=(0,0,4,4,0,4,2,4) MB">
            <a:extLst xmlns:a="http://schemas.openxmlformats.org/drawingml/2006/main">
              <a:ext uri="{FF2B5EF4-FFF2-40B4-BE49-F238E27FC236}">
                <a16:creationId xmlns:a16="http://schemas.microsoft.com/office/drawing/2014/main" id="{1555DCC5-CD6A-41F5-92F3-A0278A7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R（c1～c8）=(0,0,4,4,0,4,2,4) MB</a:t>
            </a:r>
          </a:p>
        </p:txBody>
      </p:sp>
    </p:spTree>
    <p:extLst>
      <p:ext uri="{BB962C8B-B14F-4D97-AF65-F5344CB8AC3E}">
        <p14:creationId xmlns:p14="http://schemas.microsoft.com/office/powerpoint/2010/main" val="985438875"/>
      </p:ext>
    </p:extLst>
  </p:cSld>
</p:sld>
</file>

<file path=ppt/theme/theme1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2026-10-06T10:08:23.7470000Z</dcterms:created>
  <dcterms:modified xsi:type="dcterms:W3CDTF">2026-10-06T10:08:23.7470000Z</dcterms:modified>
</coreProperties>
</file>