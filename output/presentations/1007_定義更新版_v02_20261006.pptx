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76fc6c74664766" /><Relationship Type="http://schemas.openxmlformats.org/officeDocument/2006/relationships/extended-properties" Target="/docProps/app.xml" Id="R13e8d0ff18d64d10" /><Relationship Type="http://schemas.openxmlformats.org/officeDocument/2006/relationships/officeDocument" Target="/ppt/presentation.xml" Id="Rccb60a583c994d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3b29c23df046ab"/>
  </p:sldMasterIdLst>
  <p:notesMasterIdLst>
    <p:notesMasterId xmlns:r="http://schemas.openxmlformats.org/officeDocument/2006/relationships" r:id="R57d3e4ba16aa42d3"/>
  </p:notesMasterIdLst>
  <p:sldIdLst>
    <p:sldId xmlns:r="http://schemas.openxmlformats.org/officeDocument/2006/relationships" id="256" r:id="Rc69b1a93541f40d4"/>
    <p:sldId xmlns:r="http://schemas.openxmlformats.org/officeDocument/2006/relationships" id="257" r:id="R29d3cdca86b84d1b"/>
    <p:sldId xmlns:r="http://schemas.openxmlformats.org/officeDocument/2006/relationships" id="258" r:id="R50bc4fc1108f4101"/>
    <p:sldId xmlns:r="http://schemas.openxmlformats.org/officeDocument/2006/relationships" id="259" r:id="R4ef3a59731664e71"/>
    <p:sldId xmlns:r="http://schemas.openxmlformats.org/officeDocument/2006/relationships" id="260" r:id="Rab03ce7f9cac45d8"/>
    <p:sldId xmlns:r="http://schemas.openxmlformats.org/officeDocument/2006/relationships" id="261" r:id="Rb34aafe5096641b8"/>
    <p:sldId xmlns:r="http://schemas.openxmlformats.org/officeDocument/2006/relationships" id="262" r:id="R8484a523dec94e15"/>
    <p:sldId xmlns:r="http://schemas.openxmlformats.org/officeDocument/2006/relationships" id="263" r:id="R9687425856704ef8"/>
    <p:sldId xmlns:r="http://schemas.openxmlformats.org/officeDocument/2006/relationships" id="264" r:id="R66dab2f191ee458f"/>
    <p:sldId xmlns:r="http://schemas.openxmlformats.org/officeDocument/2006/relationships" id="265" r:id="Re6e7bb5200ae4db5"/>
    <p:sldId xmlns:r="http://schemas.openxmlformats.org/officeDocument/2006/relationships" id="266" r:id="R2919d6c43d3d4c5f"/>
    <p:sldId xmlns:r="http://schemas.openxmlformats.org/officeDocument/2006/relationships" id="267" r:id="R66b60285f3fd4b9f"/>
    <p:sldId xmlns:r="http://schemas.openxmlformats.org/officeDocument/2006/relationships" id="268" r:id="Rebc442efcfdd4750"/>
    <p:sldId xmlns:r="http://schemas.openxmlformats.org/officeDocument/2006/relationships" id="269" r:id="R29ca038c993842f3"/>
    <p:sldId xmlns:r="http://schemas.openxmlformats.org/officeDocument/2006/relationships" id="270" r:id="Rd8a3935558954ace"/>
    <p:sldId xmlns:r="http://schemas.openxmlformats.org/officeDocument/2006/relationships" id="271" r:id="R0d9fa0e83ab44a85"/>
    <p:sldId xmlns:r="http://schemas.openxmlformats.org/officeDocument/2006/relationships" id="272" r:id="Rf4da076b65554c59"/>
    <p:sldId xmlns:r="http://schemas.openxmlformats.org/officeDocument/2006/relationships" id="273" r:id="R0b201d9969f84e59"/>
    <p:sldId xmlns:r="http://schemas.openxmlformats.org/officeDocument/2006/relationships" id="274" r:id="R26bffd03b1ba423f"/>
    <p:sldId xmlns:r="http://schemas.openxmlformats.org/officeDocument/2006/relationships" id="275" r:id="R48053e6a557649dd"/>
    <p:sldId xmlns:r="http://schemas.openxmlformats.org/officeDocument/2006/relationships" id="276" r:id="R2470023d6bee46c5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DFKai-SB"/>
        <a:ea typeface="DFKai-SB"/>
        <a:cs typeface="DFKai-SB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a6401b59264ae1" /><Relationship Type="http://schemas.openxmlformats.org/officeDocument/2006/relationships/slideMaster" Target="/ppt/slideMasters/slideMaster1.xml" Id="R903b29c23df046ab" /><Relationship Type="http://schemas.openxmlformats.org/officeDocument/2006/relationships/notesMaster" Target="/ppt/notesMasters/notesMaster1.xml" Id="R57d3e4ba16aa42d3" /><Relationship Type="http://schemas.openxmlformats.org/officeDocument/2006/relationships/presProps" Target="/ppt/presProps.xml" Id="Rac35592d50b740f0" /><Relationship Type="http://schemas.openxmlformats.org/officeDocument/2006/relationships/viewProps" Target="/ppt/viewProps.xml" Id="R805642219e5b40e5" /><Relationship Type="http://schemas.openxmlformats.org/officeDocument/2006/relationships/tableStyles" Target="/ppt/tableStyles.xml" Id="R891639641e1d4f31" /><Relationship Type="http://schemas.openxmlformats.org/officeDocument/2006/relationships/slide" Target="/ppt/slides/slide1.xml" Id="Rc69b1a93541f40d4" /><Relationship Type="http://schemas.openxmlformats.org/officeDocument/2006/relationships/slide" Target="/ppt/slides/slide2.xml" Id="R29d3cdca86b84d1b" /><Relationship Type="http://schemas.openxmlformats.org/officeDocument/2006/relationships/slide" Target="/ppt/slides/slide3.xml" Id="R50bc4fc1108f4101" /><Relationship Type="http://schemas.openxmlformats.org/officeDocument/2006/relationships/slide" Target="/ppt/slides/slide4.xml" Id="R4ef3a59731664e71" /><Relationship Type="http://schemas.openxmlformats.org/officeDocument/2006/relationships/slide" Target="/ppt/slides/slide5.xml" Id="Rab03ce7f9cac45d8" /><Relationship Type="http://schemas.openxmlformats.org/officeDocument/2006/relationships/slide" Target="/ppt/slides/slide6.xml" Id="Rb34aafe5096641b8" /><Relationship Type="http://schemas.openxmlformats.org/officeDocument/2006/relationships/slide" Target="/ppt/slides/slide7.xml" Id="R8484a523dec94e15" /><Relationship Type="http://schemas.openxmlformats.org/officeDocument/2006/relationships/slide" Target="/ppt/slides/slide8.xml" Id="R9687425856704ef8" /><Relationship Type="http://schemas.openxmlformats.org/officeDocument/2006/relationships/slide" Target="/ppt/slides/slide9.xml" Id="R66dab2f191ee458f" /><Relationship Type="http://schemas.openxmlformats.org/officeDocument/2006/relationships/slide" Target="/ppt/slides/slide10.xml" Id="Re6e7bb5200ae4db5" /><Relationship Type="http://schemas.openxmlformats.org/officeDocument/2006/relationships/slide" Target="/ppt/slides/slide11.xml" Id="R2919d6c43d3d4c5f" /><Relationship Type="http://schemas.openxmlformats.org/officeDocument/2006/relationships/slide" Target="/ppt/slides/slide12.xml" Id="R66b60285f3fd4b9f" /><Relationship Type="http://schemas.openxmlformats.org/officeDocument/2006/relationships/slide" Target="/ppt/slides/slide13.xml" Id="Rebc442efcfdd4750" /><Relationship Type="http://schemas.openxmlformats.org/officeDocument/2006/relationships/slide" Target="/ppt/slides/slide14.xml" Id="R29ca038c993842f3" /><Relationship Type="http://schemas.openxmlformats.org/officeDocument/2006/relationships/slide" Target="/ppt/slides/slide15.xml" Id="Rd8a3935558954ace" /><Relationship Type="http://schemas.openxmlformats.org/officeDocument/2006/relationships/slide" Target="/ppt/slides/slide16.xml" Id="R0d9fa0e83ab44a85" /><Relationship Type="http://schemas.openxmlformats.org/officeDocument/2006/relationships/slide" Target="/ppt/slides/slide17.xml" Id="Rf4da076b65554c59" /><Relationship Type="http://schemas.openxmlformats.org/officeDocument/2006/relationships/slide" Target="/ppt/slides/slide18.xml" Id="R0b201d9969f84e59" /><Relationship Type="http://schemas.openxmlformats.org/officeDocument/2006/relationships/slide" Target="/ppt/slides/slide19.xml" Id="R26bffd03b1ba423f" /><Relationship Type="http://schemas.openxmlformats.org/officeDocument/2006/relationships/slide" Target="/ppt/slides/slide20.xml" Id="R48053e6a557649dd" /><Relationship Type="http://schemas.openxmlformats.org/officeDocument/2006/relationships/slide" Target="/ppt/slides/slide21.xml" Id="R2470023d6bee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d484ea3359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c9ff70d3e24e03" /><Relationship Type="http://schemas.openxmlformats.org/officeDocument/2006/relationships/notesMaster" Target="/ppt/notesMasters/notesMaster1.xml" Id="R83f4b2fff96f42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c2026aa0eb422d" /><Relationship Type="http://schemas.openxmlformats.org/officeDocument/2006/relationships/notesMaster" Target="/ppt/notesMasters/notesMaster1.xml" Id="R4f66e102f62848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b2f5c2e7041cb" /><Relationship Type="http://schemas.openxmlformats.org/officeDocument/2006/relationships/notesMaster" Target="/ppt/notesMasters/notesMaster1.xml" Id="R69c36f632dd042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267d14d01c4001" /><Relationship Type="http://schemas.openxmlformats.org/officeDocument/2006/relationships/notesMaster" Target="/ppt/notesMasters/notesMaster1.xml" Id="R6fc55cdc98614a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fea2382d04cfe" /><Relationship Type="http://schemas.openxmlformats.org/officeDocument/2006/relationships/notesMaster" Target="/ppt/notesMasters/notesMaster1.xml" Id="R6556ad5b540f46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633d6e38f4b23" /><Relationship Type="http://schemas.openxmlformats.org/officeDocument/2006/relationships/notesMaster" Target="/ppt/notesMasters/notesMaster1.xml" Id="R658654ec4a7642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a05b4a4b3d4ee0" /><Relationship Type="http://schemas.openxmlformats.org/officeDocument/2006/relationships/notesMaster" Target="/ppt/notesMasters/notesMaster1.xml" Id="R84e85f14e5c744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cdf316b2314df4" /><Relationship Type="http://schemas.openxmlformats.org/officeDocument/2006/relationships/notesMaster" Target="/ppt/notesMasters/notesMaster1.xml" Id="R30424cf4709b45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5f6bbff21141c8" /><Relationship Type="http://schemas.openxmlformats.org/officeDocument/2006/relationships/notesMaster" Target="/ppt/notesMasters/notesMaster1.xml" Id="R77547d3f6baa40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a7ea38054f418e" /><Relationship Type="http://schemas.openxmlformats.org/officeDocument/2006/relationships/notesMaster" Target="/ppt/notesMasters/notesMaster1.xml" Id="R18d10eabe6e44e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2dfe53cf3b411e" /><Relationship Type="http://schemas.openxmlformats.org/officeDocument/2006/relationships/notesMaster" Target="/ppt/notesMasters/notesMaster1.xml" Id="Re03c998df4da40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12b47baf6d457a" /><Relationship Type="http://schemas.openxmlformats.org/officeDocument/2006/relationships/notesMaster" Target="/ppt/notesMasters/notesMaster1.xml" Id="R8517b189dd3d46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4ee488dbca4a78" /><Relationship Type="http://schemas.openxmlformats.org/officeDocument/2006/relationships/notesMaster" Target="/ppt/notesMasters/notesMaster1.xml" Id="R9d4a4f2d7bbb47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6cc592124b4749" /><Relationship Type="http://schemas.openxmlformats.org/officeDocument/2006/relationships/notesMaster" Target="/ppt/notesMasters/notesMaster1.xml" Id="R5777d926122c4f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e9fedc4b6f54e79" /><Relationship Type="http://schemas.openxmlformats.org/officeDocument/2006/relationships/notesMaster" Target="/ppt/notesMasters/notesMaster1.xml" Id="R4097004d7fb04d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576f5788334b9c" /><Relationship Type="http://schemas.openxmlformats.org/officeDocument/2006/relationships/notesMaster" Target="/ppt/notesMasters/notesMaster1.xml" Id="R52a0f906413044e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ac84c833a3455d" /><Relationship Type="http://schemas.openxmlformats.org/officeDocument/2006/relationships/notesMaster" Target="/ppt/notesMasters/notesMaster1.xml" Id="Re0bf0f79bdaa4d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71079747e74554" /><Relationship Type="http://schemas.openxmlformats.org/officeDocument/2006/relationships/notesMaster" Target="/ppt/notesMasters/notesMaster1.xml" Id="Reebca2a518a6496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6a8965ad12e4f98" /><Relationship Type="http://schemas.openxmlformats.org/officeDocument/2006/relationships/notesMaster" Target="/ppt/notesMasters/notesMaster1.xml" Id="Rdef9d8859b7b471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48a1ee377e438b" /><Relationship Type="http://schemas.openxmlformats.org/officeDocument/2006/relationships/notesMaster" Target="/ppt/notesMasters/notesMaster1.xml" Id="Rfa54cc671c6b46c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ce069dbb8b40f2" /><Relationship Type="http://schemas.openxmlformats.org/officeDocument/2006/relationships/notesMaster" Target="/ppt/notesMasters/notesMaster1.xml" Id="R5bb88645668542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流程：從 Q 取出完整抵達時間最小的有效 label，以最後 contact 的接收端查找下一跳，逐一檢查所有可用格點起始時間，再進行時間、容量、sender/receiver buffer 與 dominance 檢查。新 label 通過才加入 Q。每個 label 分別處理，不把整個實體節點永久標記完成。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集中式規劃是研究假設。中央保存 contact plan、剩餘可分配資料量 R_c 與前包 buffer 占用 O_v(t)。搜尋單包時固定這些輸入，各候選只是互斥方案。找到並驗證整條路徑後才更新全域資源。控制指令及回報延遲尚未建模。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目標為有限時間格點上，給定前包資源預約與固定處理順序時的整包最早到達。每跳必須在同一 contact 連續傳完，整包完整接收後才能轉送。Sender 逐 byte 釋放，不保留副本；destination 完整接收、檢查峰值後交付。Aggregate quota 只限制總資料量，可能仍允許兩包的傳輸時段重疊，不能宣稱輸出是無衝突的實際鏈路排程。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c_i 不是 label 編號，兩個 labels 可以最後使用同一 contact，例如 L2、L3 都使用 c4，但 s 與 A 不同。pred 指向 label，不能只保存前一個節點。本例 Q 顯示完整四欄，順序固定為 contact、整包抵達時間、發送起始時間、前驅。s0 的破折號表示沒有實際傳輸，不是數值。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本例有 X,A,B,C,D 五個節點，八個 contacts。每包 4 MB，速率均為 4 MB/s，因此傳輸時間是 1 秒；傳播延遲另計。所有節點 buffer=4 MB，時間格點 1 秒，horizon=12 秒。第一包 X到D，g=0；第二包 A到D，g=1。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的基本資料為 ID、sender、receiver、start、end、rate。OWLT 是傳播延遲資料，本研究記為 δ_c。R_c 是中央維護的剩餘可分配資料量，既有輸入為(4,4,4,8,4,4,2,4)MB。c7 的理論 volume=4MB，但本例指定可分配量2MB，其減少原因未建模，不應說是第一包使用c7造成。Contact end 是 sender 發送截止，arrival 可以在 end 之後。NASA HDTN 也在JSON內附owlt，與ION將range分開的方式不同。資料參考：https://ccsds.org/Pubs/734x3b1.pdf；https://ntrs.nasa.gov/api/citations/20230015434/downloads/TM-20230000826_REV2_2.pdf。數值來源：output/validation/walkthrough_input.json。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第一包 L0=(c0,0,無,空)。c1 起送2，完成3，δ=0，到B的A=3，L1=(c1,3,2,L0)。X等待0到2期間持有4MB，2到3逐byte釋放；B在2到3逐byte接收。此時尚未扣除R。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由L1使用c2：s=6、發送完成7、δ=1、D在7到8接收、A=8。使用c5：s=10、完成11、δ=1、A=12。兩個候選先入Q，仍未提交資源。終點取出的最早有效label為L2。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選定第一包c1→c2，完整到D為8秒。回溯核對整條路徑後，c1與c2各扣4MB。B占用為2到3接收上升、3到6持有4MB、6到7發送下降。X與D的占用也要一起提交。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第二包L0=(c0,1,無,空)。c3在1到2傳送、δ=0，建立L1=(c3,2,1,L0)。只通過到達前綴檢查，並未保證B能等待到任意未來時間。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c4窗口7到9、傳輸時間1秒、Δ=1秒，可列舉s=7或8。L2=(c4,8,7,L0)，L3=(c4,9,8,L0)。不同發送時間的候選不能一開始就只取最早值，因接收期間及之後等待可能受前包buffer影響。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dominance：在同一query、同一receiver，A1≤A2，且O_v(t)+S≤M_v在整段[A1,A2]成立，並且第一個候選前綴每個contact的累積用量不大於第二個。用量可從pred回溯計算。本例L2與L3有相同pred和c4，因此用量相同；B在8到9無既有占用，L2可以取代L3。早到c3的L1則不能持有4MB等到8秒，不能因此刪除L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c6起送1、完成2、δ=1，C在2到3接收，建立L4=(c6,3,1,L0)。Q依A排序：L1為2、L4為3、L2為8。Label編號只表示建立順序。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取出L1後嘗試c2；第一包已把R_c2扣為0，本包4MB，因此容量條件失敗。圖解是同一次展開的分段展示，不在尚未檢查完L1時真的取出下一個label。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仍在展開L1。嘗試c5需要B從2秒持有本包到10秒。第一包在3到6秒占4MB，合计可達8MB，違反M_B=4MB。整段等待必須檢查，不能只看抵達時刻。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取出L4，c7可分配資料量2MB小於S=4MB，容量不符。此2MB是案例給定的初始R，不是速率，也不是由窗口長度計算的全部volume。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同一次L4展開，c8容量通過，但A=3，最早起送3；c8 end=3，完整傳輸需要1秒，故最晚起送2。可用發送集合為空。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取出L2，receiver為B，A=8。c2的R仍然0，拒絕；仍需嘗試其他outgoing contacts。這表現同節點可保留多個labels的必要性。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L2經c5：s=10、完成11、δ=1、A=12，產生L5=(c5,12,10,L2)。B在8到10持有4MB，10到11逐byte釋放；D在11到12接收。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由L5沿pred得到L2，再到L0。讀出c5,s=10及c4,s=7，反轉後得到c4→c5，發送7到8及10到11。整包抵達D時間12。完整核對後R_c4由8降4，R_c5由4降0，並提交各節點buffer占用。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包在B的占用分別為2到7與7到11，總峰值4MB。最後R=(0,0,4,4,0,4,2,4)MB。這個案例沒有鏈路時間衝突，不表示aggregate容量模型一般就能保證無衝突。研究正確性僅沿用現行有限格點與已列假設下的條件式論證，不宣稱連續時間或多包聯合最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ca03b605f4c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b71ba93974e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7492281efa41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f723a23ae4c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345223b1f4f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24730bdbf448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ecc020abf49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1f599273534d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281cc836542d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5a412c7be43b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32aab51b54f4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0407a989e4a9a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66E1080-B911-F070-2F0C-51393FECBEC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>
                <a:solidFill>
                  <a:srgbClr val="333399"/>
                </a:solidFill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B3CE7240-08F6-E41F-3B09-4221445466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>
                <a:solidFill>
                  <a:srgbClr val="33339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按一下以編輯母片子標題樣式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7E302F22-459F-49F9-591C-9103C8F0AA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91324E7-CD82-47F0-8CC2-0F0A06A4A2EC}" type="datetime11">
              <a:t>20:30:41</a:t>
            </a:fld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E7B61759-798E-74A6-CF38-2CD6F5F6A9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68D6766-A8FB-2A02-7198-2CA7A9607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5D27BBDD-A1CA-387B-6DEB-16C7701BB1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45358C-3C85-4EA6-8277-4509A6424C9B}" type="datetime11">
              <a:t>20:30:41</a:t>
            </a:fld>
            <a:endParaRPr/>
          </a:p>
        </p:txBody>
      </p:sp>
      <p:sp>
        <p:nvSpPr>
          <p:cNvPr id="8" name="投影片編號版面配置區 7">
            <a:extLst xmlns:a="http://schemas.openxmlformats.org/drawingml/2006/main">
              <a:ext uri="{FF2B5EF4-FFF2-40B4-BE49-F238E27FC236}">
                <a16:creationId xmlns:a16="http://schemas.microsoft.com/office/drawing/2014/main" id="{0EA2DEFD-54B0-E4E9-0321-39AB92DCA5AE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5006502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sp>
        <p:nvSpPr>
          <p:cNvPr id="4" name="標題 3">
            <a:extLst xmlns:a="http://schemas.openxmlformats.org/drawingml/2006/main">
              <a:ext uri="{FF2B5EF4-FFF2-40B4-BE49-F238E27FC236}">
                <a16:creationId xmlns:a16="http://schemas.microsoft.com/office/drawing/2014/main" id="{23C0FB76-26A3-0E2A-0D5E-554A710185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7BE650C-6AEC-4842-173E-34883954C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B5C53C19-0010-8E3A-5F6C-0E52200E4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22D735D5-F573-96C1-6A37-C8A8E878FA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6B40E66-209C-4213-9A20-59D40D678283}" type="datetime11">
              <a:t>20:30:41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3667B291-5DFE-AB13-BAFD-039CFAEC7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5D369179-AF01-E0F8-CEA7-53DBE992B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AD60F7C7-86AB-3D07-3E5F-84C38545B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40C6ECBC-51FE-A87F-BB3B-7783779693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60BAAAEF-26A1-4B36-D1CC-7C5285BF8F2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335D98CF-26F1-ED94-14B0-776FBEC104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148EBB-1F18-485D-BD9E-D20407AB1BF6}" type="datetime11">
              <a:t>20:30:41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46A78645-F85B-E08B-6B10-4A1F25AA12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D73EDE38-CF96-6325-57CA-5104F8BCC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D535AE0-1F73-2218-3F48-F90E7A0D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53F5D1C1-E507-717A-83FD-170E8CDF2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9BDB5E51-BA76-D984-6CF7-457B12EBBB4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A62859B0-AADC-331E-81FF-D63D138B75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2C7CAAE9-6E6F-BC8A-DD8E-2586FBE2C5F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 xmlns:a="http://schemas.openxmlformats.org/drawingml/2006/main">
              <a:ext uri="{FF2B5EF4-FFF2-40B4-BE49-F238E27FC236}">
                <a16:creationId xmlns:a16="http://schemas.microsoft.com/office/drawing/2014/main" id="{CD29717C-3502-FF62-1DC4-2D7B480B1A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062AFBD-0203-4D65-9C04-86FEE3D9CE83}" type="datetime11">
              <a:t>20:30:41</a:t>
            </a:fld>
            <a:endParaRPr/>
          </a:p>
        </p:txBody>
      </p:sp>
      <p:sp>
        <p:nvSpPr>
          <p:cNvPr id="8" name="頁尾版面配置區 7">
            <a:extLst xmlns:a="http://schemas.openxmlformats.org/drawingml/2006/main">
              <a:ext uri="{FF2B5EF4-FFF2-40B4-BE49-F238E27FC236}">
                <a16:creationId xmlns:a16="http://schemas.microsoft.com/office/drawing/2014/main" id="{26392BDA-58FF-56F3-D3A7-FC1D07F05A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投影片編號版面配置區 8">
            <a:extLst xmlns:a="http://schemas.openxmlformats.org/drawingml/2006/main">
              <a:ext uri="{FF2B5EF4-FFF2-40B4-BE49-F238E27FC236}">
                <a16:creationId xmlns:a16="http://schemas.microsoft.com/office/drawing/2014/main" id="{9A042C3B-D61C-25E5-371E-06FFE9BBF6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85C22D7A-92D4-1935-AD80-9CC2122DDD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0FBA9357-6002-22D8-E597-501FC32EBF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E5AC675-AFB0-4FBC-B915-74DEFB9CBE4B}" type="datetime11">
              <a:t>20:30:41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80385F7F-B426-68A2-F2E5-7C7107AE96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98475024-DA13-8248-092F-2E98FA78C4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C98E7BDB-9F66-A495-00C5-22CE8F53E2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1315D7-5735-4528-B834-89994B44A776}" type="datetime11">
              <a:t>20:30:41</a:t>
            </a:fld>
            <a:endParaRPr/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FF23FBC0-403D-6065-4000-38C87E0030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A023080-6F1A-733B-4E3A-246C5AEF74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含輔助字幕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FCE8BFAC-6965-EA0D-65D3-C14E337B23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6CC5CC7-DE97-AFBB-DB02-B6760EF1C7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33D23EB-CC94-C058-5899-EDD401965D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C625722C-CE3C-479B-511E-37F48F7EE01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按一下圖示以新增圖片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2AC3718D-1BF4-5608-DECD-8657403EF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編輯母片文字樣式</a:t>
            </a:r>
          </a:p>
        </p:txBody>
      </p:sp>
      <p:sp>
        <p:nvSpPr>
          <p:cNvPr id="5" name="日期版面配置區 4">
            <a:extLst xmlns:a="http://schemas.openxmlformats.org/drawingml/2006/main">
              <a:ext uri="{FF2B5EF4-FFF2-40B4-BE49-F238E27FC236}">
                <a16:creationId xmlns:a16="http://schemas.microsoft.com/office/drawing/2014/main" id="{0108B413-34A3-DC3E-003F-2340947AF7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ADD61D-AAB3-4D9A-B816-51AAA157F42C}" type="datetime11">
              <a:t>20:30:41</a:t>
            </a:fld>
            <a:endParaRPr/>
          </a:p>
        </p:txBody>
      </p:sp>
      <p:sp>
        <p:nvSpPr>
          <p:cNvPr id="6" name="頁尾版面配置區 5">
            <a:extLst xmlns:a="http://schemas.openxmlformats.org/drawingml/2006/main">
              <a:ext uri="{FF2B5EF4-FFF2-40B4-BE49-F238E27FC236}">
                <a16:creationId xmlns:a16="http://schemas.microsoft.com/office/drawing/2014/main" id="{8831EB0E-79BC-017A-95E5-7ED79674B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投影片編號版面配置區 6">
            <a:extLst xmlns:a="http://schemas.openxmlformats.org/drawingml/2006/main">
              <a:ext uri="{FF2B5EF4-FFF2-40B4-BE49-F238E27FC236}">
                <a16:creationId xmlns:a16="http://schemas.microsoft.com/office/drawing/2014/main" id="{37777203-CCB6-F593-C336-7BDD55E6BA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5B0D406B-1904-4585-B3F9-CAFFB5459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3293919-4FE9-1DBC-6418-4E012A8402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9911DB0E-498F-6625-C075-4703CA6A7D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FBA2A-C9A7-4DA3-A2F5-C6C9A42FA02F}" type="datetime11">
              <a:t>20:30:41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2B886582-1262-7079-D54E-2531C8634B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26DCCFE-74D0-866F-481C-B8F5837BF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34A7F169-2D8E-5024-503E-5C4E09856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4E4653BD-9083-BE2C-0024-2DA0E2201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275522-97C1-6990-ABAE-6CF4B3A4C0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A113C5-34CF-4DAF-B1DA-2ECBB53B6A8B}" type="datetime11">
              <a:t>20:30:41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C9A7DCE3-75B3-BF87-B3FA-08B7AC651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71E5AC06-EED6-B092-E12A-348AB765FC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81497E1-22B0-5D7C-0B36-45CF206CFB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日期版面配置區 2">
            <a:extLst xmlns:a="http://schemas.openxmlformats.org/drawingml/2006/main">
              <a:ext uri="{FF2B5EF4-FFF2-40B4-BE49-F238E27FC236}">
                <a16:creationId xmlns:a16="http://schemas.microsoft.com/office/drawing/2014/main" id="{A1CB436B-5992-E711-86E5-067D987AE0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A9459D-13A6-4E2A-88E8-E5094C8AD3DE}" type="datetime11">
              <a:t>20:30:41</a:t>
            </a:fld>
            <a:endParaRPr/>
          </a:p>
        </p:txBody>
      </p:sp>
      <p:sp>
        <p:nvSpPr>
          <p:cNvPr id="4" name="頁尾版面配置區 3">
            <a:extLst xmlns:a="http://schemas.openxmlformats.org/drawingml/2006/main">
              <a:ext uri="{FF2B5EF4-FFF2-40B4-BE49-F238E27FC236}">
                <a16:creationId xmlns:a16="http://schemas.microsoft.com/office/drawing/2014/main" id="{E1297F33-4494-98C0-A764-E14CA02D34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投影片編號版面配置區 4">
            <a:extLst xmlns:a="http://schemas.openxmlformats.org/drawingml/2006/main">
              <a:ext uri="{FF2B5EF4-FFF2-40B4-BE49-F238E27FC236}">
                <a16:creationId xmlns:a16="http://schemas.microsoft.com/office/drawing/2014/main" id="{2F5D71FB-20C1-0443-5F61-8955B8596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8e921f2c09b426a" /><Relationship Type="http://schemas.openxmlformats.org/officeDocument/2006/relationships/image" Target="/ppt/media/image2.png" Id="Re385cad5d5024d30" /><Relationship Type="http://schemas.openxmlformats.org/officeDocument/2006/relationships/theme" Target="/ppt/slideMasters/theme/theme2.xml" Id="R1948aa8674ab4f9a" /><Relationship Type="http://schemas.openxmlformats.org/officeDocument/2006/relationships/slideLayout" Target="/ppt/slideLayouts/slideLayout1.xml" Id="Rfbe510855d6141e2" /><Relationship Type="http://schemas.openxmlformats.org/officeDocument/2006/relationships/slideLayout" Target="/ppt/slideLayouts/slideLayout2.xml" Id="R1b6b59137a4b46f3" /><Relationship Type="http://schemas.openxmlformats.org/officeDocument/2006/relationships/slideLayout" Target="/ppt/slideLayouts/slideLayout3.xml" Id="R3f77b66a67094a94" /><Relationship Type="http://schemas.openxmlformats.org/officeDocument/2006/relationships/slideLayout" Target="/ppt/slideLayouts/slideLayout4.xml" Id="Rede2dde9897f4eb0" /><Relationship Type="http://schemas.openxmlformats.org/officeDocument/2006/relationships/slideLayout" Target="/ppt/slideLayouts/slideLayout5.xml" Id="R8af8ee11956549af" /><Relationship Type="http://schemas.openxmlformats.org/officeDocument/2006/relationships/slideLayout" Target="/ppt/slideLayouts/slideLayout6.xml" Id="Ra062a301c903465f" /><Relationship Type="http://schemas.openxmlformats.org/officeDocument/2006/relationships/slideLayout" Target="/ppt/slideLayouts/slideLayout7.xml" Id="Rbe0930dd2bb34b79" /><Relationship Type="http://schemas.openxmlformats.org/officeDocument/2006/relationships/slideLayout" Target="/ppt/slideLayouts/slideLayout8.xml" Id="R2e02e2cc182d4109" /><Relationship Type="http://schemas.openxmlformats.org/officeDocument/2006/relationships/slideLayout" Target="/ppt/slideLayouts/slideLayout9.xml" Id="R70d8d18ccb424a0b" /><Relationship Type="http://schemas.openxmlformats.org/officeDocument/2006/relationships/slideLayout" Target="/ppt/slideLayouts/slideLayout10.xml" Id="R989eefd51f7340fc" /><Relationship Type="http://schemas.openxmlformats.org/officeDocument/2006/relationships/slideLayout" Target="/ppt/slideLayouts/slideLayout11.xml" Id="R13c2c389d7064437" /><Relationship Type="http://schemas.openxmlformats.org/officeDocument/2006/relationships/slideLayout" Target="/ppt/slideLayouts/slideLayout12.xml" Id="R2cabf22db8b049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A6C2547-9B75-3E88-5EB4-35AE5586E0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8090AFDF-0DCB-B68A-C005-02AD3B39D2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56760C-4C82-E0BD-DE79-8512001904C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52402E6-AE8B-49E6-BE80-2E0BDDC25217}" type="datetime11">
              <a:t>20:30:41</a:t>
            </a:fld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446B4982-92FF-F7AA-E878-A5AE0138330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90393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DFKai-SB"/>
                <a:ea typeface="DFKai-SB"/>
                <a:cs typeface="DFKai-SB"/>
              </a:defRPr>
            </a:lvl1pPr>
          </a:lstStyle>
          <a:p xmlns:a="http://schemas.openxmlformats.org/drawingml/2006/main">
            <a:fld id="{F6D247BA-3E33-4017-A893-11B2EDB46DFF}" type="slidenum">
              <a:t>‹#›</a:t>
            </a:fld>
            <a:endParaRPr/>
          </a:p>
        </p:txBody>
      </p:sp>
      <p:pic>
        <p:nvPicPr>
          <p:cNvPr id="13" name="圖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921f2c09b42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2194" y="5994416"/>
            <a:ext cx="2434312" cy="870943"/>
          </a:xfrm>
          <a:prstGeom xmlns:a="http://schemas.openxmlformats.org/drawingml/2006/main" prst="rect">
            <a:avLst/>
          </a:prstGeom>
        </p:spPr>
      </p:pic>
      <p:pic>
        <p:nvPicPr>
          <p:cNvPr id="14" name="圖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cad5d5024d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37006" y="6040875"/>
            <a:ext cx="755570" cy="71464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e510855d6141e2"/>
    <p:sldLayoutId xmlns:r="http://schemas.openxmlformats.org/officeDocument/2006/relationships" id="2147483650" r:id="R1b6b59137a4b46f3"/>
    <p:sldLayoutId xmlns:r="http://schemas.openxmlformats.org/officeDocument/2006/relationships" id="2147483651" r:id="R3f77b66a67094a94"/>
    <p:sldLayoutId xmlns:r="http://schemas.openxmlformats.org/officeDocument/2006/relationships" id="2147483652" r:id="Rede2dde9897f4eb0"/>
    <p:sldLayoutId xmlns:r="http://schemas.openxmlformats.org/officeDocument/2006/relationships" id="2147483653" r:id="R8af8ee11956549af"/>
    <p:sldLayoutId xmlns:r="http://schemas.openxmlformats.org/officeDocument/2006/relationships" id="2147483654" r:id="Ra062a301c903465f"/>
    <p:sldLayoutId xmlns:r="http://schemas.openxmlformats.org/officeDocument/2006/relationships" id="2147483655" r:id="Rbe0930dd2bb34b79"/>
    <p:sldLayoutId xmlns:r="http://schemas.openxmlformats.org/officeDocument/2006/relationships" id="2147483656" r:id="R2e02e2cc182d4109"/>
    <p:sldLayoutId xmlns:r="http://schemas.openxmlformats.org/officeDocument/2006/relationships" id="2147483657" r:id="R70d8d18ccb424a0b"/>
    <p:sldLayoutId xmlns:r="http://schemas.openxmlformats.org/officeDocument/2006/relationships" id="2147483658" r:id="R989eefd51f7340fc"/>
    <p:sldLayoutId xmlns:r="http://schemas.openxmlformats.org/officeDocument/2006/relationships" id="2147483659" r:id="R13c2c389d7064437"/>
    <p:sldLayoutId xmlns:r="http://schemas.openxmlformats.org/officeDocument/2006/relationships" id="2147483660" r:id="R2cabf22db8b0496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FKai-SB"/>
          <a:ea typeface="DFKai-SB"/>
          <a:cs typeface="DFKai-S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DFKai-SB"/>
        <a:buChar char="•"/>
        <a:defRPr sz="2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4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20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DFKai-SB"/>
        <a:buChar char="•"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DFKai-SB"/>
          <a:ea typeface="DFKai-SB"/>
          <a:cs typeface="DFKai-SB"/>
        </a:defRPr>
      </a:lvl9pPr>
    </p:otherStyle>
  </p:txStyles>
</p:sldMaster>
</file>

<file path=ppt/slideMasters/theme/theme2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b148dfd26b4b71" /><Relationship Type="http://schemas.openxmlformats.org/officeDocument/2006/relationships/notesSlide" Target="/ppt/notesSlides/notesSlide1.xml" Id="Rc067216e920244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89906630e644f9" /><Relationship Type="http://schemas.openxmlformats.org/officeDocument/2006/relationships/notesSlide" Target="/ppt/notesSlides/notesSlide2.xml" Id="R12f2749f97f34a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b7371eb22e48b2" /><Relationship Type="http://schemas.openxmlformats.org/officeDocument/2006/relationships/notesSlide" Target="/ppt/notesSlides/notesSlide3.xml" Id="Reec380e010c4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b9f4354300644b2" /><Relationship Type="http://schemas.openxmlformats.org/officeDocument/2006/relationships/notesSlide" Target="/ppt/notesSlides/notesSlide4.xml" Id="R1db41a9d0b5b46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a912b257bc49c1" /><Relationship Type="http://schemas.openxmlformats.org/officeDocument/2006/relationships/notesSlide" Target="/ppt/notesSlides/notesSlide5.xml" Id="R55d16c0a71b84d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e8605b54e24084" /><Relationship Type="http://schemas.openxmlformats.org/officeDocument/2006/relationships/notesSlide" Target="/ppt/notesSlides/notesSlide6.xml" Id="R3b8ceabeb37f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35a22c5e6e4313" /><Relationship Type="http://schemas.openxmlformats.org/officeDocument/2006/relationships/notesSlide" Target="/ppt/notesSlides/notesSlide7.xml" Id="Rc6e03552885142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52d6b9481a4e92" /><Relationship Type="http://schemas.openxmlformats.org/officeDocument/2006/relationships/notesSlide" Target="/ppt/notesSlides/notesSlide8.xml" Id="R5ff4909644cd44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a18434e3174415" /><Relationship Type="http://schemas.openxmlformats.org/officeDocument/2006/relationships/notesSlide" Target="/ppt/notesSlides/notesSlide9.xml" Id="R4dd616ca843b4f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5675703f444891" /><Relationship Type="http://schemas.openxmlformats.org/officeDocument/2006/relationships/notesSlide" Target="/ppt/notesSlides/notesSlide10.xml" Id="R8e4c784087de4b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a71aa24ee44bea" /><Relationship Type="http://schemas.openxmlformats.org/officeDocument/2006/relationships/notesSlide" Target="/ppt/notesSlides/notesSlide11.xml" Id="R3327ebf7a4a54c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89345fb0ec48bc" /><Relationship Type="http://schemas.openxmlformats.org/officeDocument/2006/relationships/notesSlide" Target="/ppt/notesSlides/notesSlide12.xml" Id="R4692c165893c47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111f3e96f14434" /><Relationship Type="http://schemas.openxmlformats.org/officeDocument/2006/relationships/notesSlide" Target="/ppt/notesSlides/notesSlide13.xml" Id="R84793399aca147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abd27b36b149c3" /><Relationship Type="http://schemas.openxmlformats.org/officeDocument/2006/relationships/notesSlide" Target="/ppt/notesSlides/notesSlide14.xml" Id="Rcbae89550a194f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330fbd9a674fc2" /><Relationship Type="http://schemas.openxmlformats.org/officeDocument/2006/relationships/notesSlide" Target="/ppt/notesSlides/notesSlide15.xml" Id="R266d5916e4dd4a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eb922cc9294cae" /><Relationship Type="http://schemas.openxmlformats.org/officeDocument/2006/relationships/notesSlide" Target="/ppt/notesSlides/notesSlide16.xml" Id="Rfad1872b29224e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819d5ec9174dd8" /><Relationship Type="http://schemas.openxmlformats.org/officeDocument/2006/relationships/notesSlide" Target="/ppt/notesSlides/notesSlide17.xml" Id="R6e389ea349154b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c203294ed74685" /><Relationship Type="http://schemas.openxmlformats.org/officeDocument/2006/relationships/notesSlide" Target="/ppt/notesSlides/notesSlide18.xml" Id="Rb8b97de7c8814ef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68c3c07fe54b4e" /><Relationship Type="http://schemas.openxmlformats.org/officeDocument/2006/relationships/notesSlide" Target="/ppt/notesSlides/notesSlide19.xml" Id="Ra76e70a100a243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99a07570a8429d" /><Relationship Type="http://schemas.openxmlformats.org/officeDocument/2006/relationships/notesSlide" Target="/ppt/notesSlides/notesSlide20.xml" Id="Rb03bece15d124ca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643ecc2a04459f" /><Relationship Type="http://schemas.openxmlformats.org/officeDocument/2006/relationships/notesSlide" Target="/ppt/notesSlides/notesSlide21.xml" Id="R4c174da6654543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583E05F-EA45-4C56-8F9B-FF298EC639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8B8B8B"/>
                </a:solidFill>
                <a:latin typeface="DFKai-SB"/>
                <a:ea typeface="DFKai-SB"/>
                <a:cs typeface="DFKai-SB"/>
              </a:defRPr>
            </a:pPr>
            <a:fld id="{AD75FED6-38D0-DE9C-92C0-6E7FA635581C}" type="slidenum">
              <a:rPr sz="1200">
                <a:solidFill>
                  <a:srgbClr val="8B8B8B"/>
                </a:solidFill>
                <a:latin typeface="DFKai-SB"/>
                <a:ea typeface="DFKai-SB"/>
                <a:cs typeface="DFKai-SB"/>
              </a:rPr>
              <a:t>1</a:t>
            </a:fld>
            <a:endParaRPr/>
          </a:p>
        </p:txBody>
      </p:sp>
      <p:sp>
        <p:nvSpPr>
          <p:cNvPr id="9" name="圖解：一個標籤如何往下走">
            <a:extLst xmlns:a="http://schemas.openxmlformats.org/drawingml/2006/main">
              <a:ext uri="{FF2B5EF4-FFF2-40B4-BE49-F238E27FC236}">
                <a16:creationId xmlns:a16="http://schemas.microsoft.com/office/drawing/2014/main" id="{F31A8B3B-3C30-4ED4-9EAB-61E9E11A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圖解：一個標籤如何往下走</a:t>
            </a:r>
          </a:p>
        </p:txBody>
      </p:sp>
      <p:sp>
        <p:nvSpPr>
          <p:cNvPr id="10" name="1">
            <a:extLst xmlns:a="http://schemas.openxmlformats.org/drawingml/2006/main">
              <a:ext uri="{FF2B5EF4-FFF2-40B4-BE49-F238E27FC236}">
                <a16:creationId xmlns:a16="http://schemas.microsoft.com/office/drawing/2014/main" id="{0DC76B0D-7DB0-4AA4-9CD6-17E3518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11" name="每一頁只追蹤一個動作；圖上的 Q 是尚待處理的標籤。">
            <a:extLst xmlns:a="http://schemas.openxmlformats.org/drawingml/2006/main">
              <a:ext uri="{FF2B5EF4-FFF2-40B4-BE49-F238E27FC236}">
                <a16:creationId xmlns:a16="http://schemas.microsoft.com/office/drawing/2014/main" id="{91596793-96AD-4397-A4D0-52B1A36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每一頁只追蹤一個動作；圖上的 Q 是尚待處理的標籤。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311FB93-AA58-47E4-AB47-208E7C69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000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3" name="取出標籤&#10;(v, a, U)">
            <a:extLst xmlns:a="http://schemas.openxmlformats.org/drawingml/2006/main">
              <a:ext uri="{FF2B5EF4-FFF2-40B4-BE49-F238E27FC236}">
                <a16:creationId xmlns:a16="http://schemas.microsoft.com/office/drawing/2014/main" id="{6C022025-675B-4202-9121-8CFE6DC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81200"/>
            <a:ext cx="1885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取出標籤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(c, A, s, pred)</a:t>
            </a:r>
          </a:p>
        </p:txBody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82D4B455-6F52-4C03-86C6-2218D42F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DD246C2F-CED6-460B-8CE1-14232E08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53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16F3D81-E4F6-4C77-BE28-05E7EFA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0500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17" name="選 contact&#10;列舉時刻 s">
            <a:extLst xmlns:a="http://schemas.openxmlformats.org/drawingml/2006/main">
              <a:ext uri="{FF2B5EF4-FFF2-40B4-BE49-F238E27FC236}">
                <a16:creationId xmlns:a16="http://schemas.microsoft.com/office/drawing/2014/main" id="{395F660B-E541-4A6D-856C-1C987A5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81200"/>
            <a:ext cx="19812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選下一個 contact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列舉發送時間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C97B7C34-A44E-49B4-B138-8A8E5676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81250"/>
            <a:ext cx="428625" cy="9525"/>
          </a:xfrm>
          <a:custGeom xmlns:a="http://schemas.openxmlformats.org/drawingml/2006/main">
            <a:rect l="0" t="0" r="0" b="0"/>
            <a:pathLst>
              <a:path w="428625" h="952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F480E53-9AF4-4E47-AA05-138AC50C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B9AE198-53CE-4B80-A5C0-A0DC48E6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05000"/>
            <a:ext cx="21431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1" name="時間、容量&#10;Buffer 檢查">
            <a:extLst xmlns:a="http://schemas.openxmlformats.org/drawingml/2006/main">
              <a:ext uri="{FF2B5EF4-FFF2-40B4-BE49-F238E27FC236}">
                <a16:creationId xmlns:a16="http://schemas.microsoft.com/office/drawing/2014/main" id="{926D4498-FE29-4832-AB01-F5BBBAA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812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時間、容量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Buffer 檢查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41298D1-1FD3-47FE-95D5-BCBFF4F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81250"/>
            <a:ext cx="476250" cy="9525"/>
          </a:xfrm>
          <a:custGeom xmlns:a="http://schemas.openxmlformats.org/drawingml/2006/main">
            <a:rect l="0" t="0" r="0" b="0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53DDAE-920E-47CF-A56F-B637D16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285" y="23355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7C494FB-F83B-4278-9E65-213DA2C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25" name="支配判斷&#10;保留或刪除">
            <a:extLst xmlns:a="http://schemas.openxmlformats.org/drawingml/2006/main">
              <a:ext uri="{FF2B5EF4-FFF2-40B4-BE49-F238E27FC236}">
                <a16:creationId xmlns:a16="http://schemas.microsoft.com/office/drawing/2014/main" id="{2CDF9EA3-1822-4984-9C12-4CF63534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266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支配判斷</a:t>
            </a:r>
          </a:p>
          <a:p xmlns:a="http://schemas.openxmlformats.org/drawingml/2006/main">
            <a:pPr algn="ctr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保留或刪除</a:t>
            </a:r>
          </a:p>
        </p:txBody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208F013-1ED0-4727-8E78-566E0603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5A172C9-F7D5-4D9E-9949-4C8DCD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2835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DFBB73B-2B08-43ED-97F4-79559B14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81425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29" name="失敗：拒絕這次延伸">
            <a:extLst xmlns:a="http://schemas.openxmlformats.org/drawingml/2006/main">
              <a:ext uri="{FF2B5EF4-FFF2-40B4-BE49-F238E27FC236}">
                <a16:creationId xmlns:a16="http://schemas.microsoft.com/office/drawing/2014/main" id="{5E8B123F-9D0A-4633-9230-52D51050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857625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失敗：拒絕這次延伸</a:t>
            </a:r>
          </a:p>
        </p:txBody>
      </p:sp>
      <p:sp>
        <p:nvSpPr>
          <p:cNvPr id="30" name="手繪多邊形: 圖案 29">
            <a:extLst xmlns:a="http://schemas.openxmlformats.org/drawingml/2006/main">
              <a:ext uri="{FF2B5EF4-FFF2-40B4-BE49-F238E27FC236}">
                <a16:creationId xmlns:a16="http://schemas.microsoft.com/office/drawing/2014/main" id="{D6A90AF7-7D38-4E55-985F-B238771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933700"/>
            <a:ext cx="9525" cy="781050"/>
          </a:xfrm>
          <a:custGeom xmlns:a="http://schemas.openxmlformats.org/drawingml/2006/main">
            <a:rect l="0" t="0" r="0" b="0"/>
            <a:pathLst>
              <a:path w="9525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1" name="手繪多邊形: 圖案 30">
            <a:extLst xmlns:a="http://schemas.openxmlformats.org/drawingml/2006/main">
              <a:ext uri="{FF2B5EF4-FFF2-40B4-BE49-F238E27FC236}">
                <a16:creationId xmlns:a16="http://schemas.microsoft.com/office/drawing/2014/main" id="{26F6A6E8-2DA9-4BE9-98C4-B96B6F86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460" y="363116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4E9AEFA-1A17-4F38-80AE-8261388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3" name="通過：加入 Q">
            <a:extLst xmlns:a="http://schemas.openxmlformats.org/drawingml/2006/main">
              <a:ext uri="{FF2B5EF4-FFF2-40B4-BE49-F238E27FC236}">
                <a16:creationId xmlns:a16="http://schemas.microsoft.com/office/drawing/2014/main" id="{4F8B1EFC-7731-4F36-8DFF-E5273EA3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857625"/>
            <a:ext cx="236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通過：加入 Q</a:t>
            </a:r>
          </a:p>
        </p:txBody>
      </p:sp>
      <p:sp>
        <p:nvSpPr>
          <p:cNvPr id="34" name="藍：嘗試　綠：保留　紅叉：拒絕　橘：前包占用">
            <a:extLst xmlns:a="http://schemas.openxmlformats.org/drawingml/2006/main">
              <a:ext uri="{FF2B5EF4-FFF2-40B4-BE49-F238E27FC236}">
                <a16:creationId xmlns:a16="http://schemas.microsoft.com/office/drawing/2014/main" id="{909D12FE-D4F0-48BF-A3AC-AEE067E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藍：嘗試　綠：保留　紅叉：拒絕　橘：前包占用</a:t>
            </a:r>
          </a:p>
        </p:txBody>
      </p:sp>
    </p:spTree>
    <p:extLst>
      <p:ext uri="{BB962C8B-B14F-4D97-AF65-F5344CB8AC3E}">
        <p14:creationId xmlns:p14="http://schemas.microsoft.com/office/powerpoint/2010/main" val="430370556"/>
      </p:ext>
    </p:extLst>
  </p:cSld>
</p:sld>
</file>

<file path=ppt/slides/slide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究環境：中央規劃、節點執行">
            <a:extLst xmlns:a="http://schemas.openxmlformats.org/drawingml/2006/main">
              <a:ext uri="{FF2B5EF4-FFF2-40B4-BE49-F238E27FC236}">
                <a16:creationId xmlns:a16="http://schemas.microsoft.com/office/drawing/2014/main" id="{308292AE-209E-4794-B944-EC1196A0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研究環境：中央規劃、節點執行</a:t>
            </a:r>
          </a:p>
        </p:txBody>
      </p:sp>
      <p:sp>
        <p:nvSpPr>
          <p:cNvPr id="2" name="已知 contact 與 bundle 請求">
            <a:extLst xmlns:a="http://schemas.openxmlformats.org/drawingml/2006/main">
              <a:ext uri="{FF2B5EF4-FFF2-40B4-BE49-F238E27FC236}">
                <a16:creationId xmlns:a16="http://schemas.microsoft.com/office/drawing/2014/main" id="{71E00FA5-11A7-475E-AB16-9AEB791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938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已知 contact 與 bundle 請求</a:t>
            </a:r>
          </a:p>
        </p:txBody>
      </p:sp>
      <p:sp>
        <p:nvSpPr>
          <p:cNvPr id="3" name="Contact plan&#10;Bundle requests">
            <a:extLst xmlns:a="http://schemas.openxmlformats.org/drawingml/2006/main">
              <a:ext uri="{FF2B5EF4-FFF2-40B4-BE49-F238E27FC236}">
                <a16:creationId xmlns:a16="http://schemas.microsoft.com/office/drawing/2014/main" id="{4018ED57-C30D-47C8-B46D-4A5E09C9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2FB"/>
          </a:solidFill>
          <a:ln xmlns:a="http://schemas.openxmlformats.org/drawingml/2006/main" w="19050">
            <a:solidFill>
              <a:srgbClr val="333399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</a:t>
            </a:r>
          </a:p>
          <a:p xmlns:a="http://schemas.openxmlformats.org/drawingml/2006/main">
            <a:pPr algn="ctr">
              <a:buNone/>
              <a:defRPr sz="21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Bundle requests</a:t>
            </a:r>
          </a:p>
        </p:txBody>
      </p:sp>
      <p:sp>
        <p:nvSpPr>
          <p:cNvPr id="4" name="箭號: 向右 3">
            <a:extLst xmlns:a="http://schemas.openxmlformats.org/drawingml/2006/main">
              <a:ext uri="{FF2B5EF4-FFF2-40B4-BE49-F238E27FC236}">
                <a16:creationId xmlns:a16="http://schemas.microsoft.com/office/drawing/2014/main" id="{843D8F22-289F-45CE-B81C-9D7D87EE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33399"/>
          </a:solidFill>
          <a:ln xmlns:a="http://schemas.openxmlformats.org/drawingml/2006/main" w="9525">
            <a:solidFill>
              <a:srgbClr val="333399"/>
            </a:solidFill>
          </a:ln>
        </p:spPr>
      </p:sp>
      <p:sp>
        <p:nvSpPr>
          <p:cNvPr id="5" name="中央規劃器&#10;路由計算&#10;傳送排程&#10;資源預約">
            <a:extLst xmlns:a="http://schemas.openxmlformats.org/drawingml/2006/main">
              <a:ext uri="{FF2B5EF4-FFF2-40B4-BE49-F238E27FC236}">
                <a16:creationId xmlns:a16="http://schemas.microsoft.com/office/drawing/2014/main" id="{55333FD0-D79E-4CB9-A3B6-DF8A7547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2857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1"/>
          </a:solidFill>
          <a:ln xmlns:a="http://schemas.openxmlformats.org/drawingml/2006/main" w="19050">
            <a:solidFill>
              <a:srgbClr val="16743B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中央規劃器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路由計算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傳送排程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資源預約</a:t>
            </a:r>
          </a:p>
        </p:txBody>
      </p:sp>
      <p:sp>
        <p:nvSpPr>
          <p:cNvPr id="6" name="箭號: 向右 5">
            <a:extLst xmlns:a="http://schemas.openxmlformats.org/drawingml/2006/main">
              <a:ext uri="{FF2B5EF4-FFF2-40B4-BE49-F238E27FC236}">
                <a16:creationId xmlns:a16="http://schemas.microsoft.com/office/drawing/2014/main" id="{4D7DC20F-712E-41E3-8F21-8F1A8F91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8096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9525">
            <a:solidFill>
              <a:srgbClr val="16743B"/>
            </a:solidFill>
          </a:ln>
        </p:spPr>
      </p:sp>
      <p:sp>
        <p:nvSpPr>
          <p:cNvPr id="7" name="相關節點&#10;保存 bundle&#10;依局部排程轉送">
            <a:extLst xmlns:a="http://schemas.openxmlformats.org/drawingml/2006/main">
              <a:ext uri="{FF2B5EF4-FFF2-40B4-BE49-F238E27FC236}">
                <a16:creationId xmlns:a16="http://schemas.microsoft.com/office/drawing/2014/main" id="{4C92C1CA-FA74-4ED4-8D66-0EC0119A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14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8"/>
          </a:solidFill>
          <a:ln xmlns:a="http://schemas.openxmlformats.org/drawingml/2006/main" w="19050">
            <a:solidFill>
              <a:srgbClr val="D97706"/>
            </a:solidFill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相關節點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保存 bundle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依局部排程轉送</a:t>
            </a:r>
          </a:p>
        </p:txBody>
      </p:sp>
      <p:sp>
        <p:nvSpPr>
          <p:cNvPr id="8" name="中央端維護全域 R_c 與 O_v(t)">
            <a:extLst xmlns:a="http://schemas.openxmlformats.org/drawingml/2006/main">
              <a:ext uri="{FF2B5EF4-FFF2-40B4-BE49-F238E27FC236}">
                <a16:creationId xmlns:a16="http://schemas.microsoft.com/office/drawing/2014/main" id="{1784BB67-F4D4-41E3-8397-C042E20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358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中央維護剩餘資料量 R_c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及既有 buffer 占用 O_v(t)</a:t>
            </a:r>
          </a:p>
        </p:txBody>
      </p:sp>
      <p:sp>
        <p:nvSpPr>
          <p:cNvPr id="9" name="節點只取得與自己相關的 contact 與傳送指令">
            <a:extLst xmlns:a="http://schemas.openxmlformats.org/drawingml/2006/main">
              <a:ext uri="{FF2B5EF4-FFF2-40B4-BE49-F238E27FC236}">
                <a16:creationId xmlns:a16="http://schemas.microsoft.com/office/drawing/2014/main" id="{F630D0B1-C416-42C5-B73E-12A7042A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141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725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節點只取得與自己相關的 contact 與傳送指令</a:t>
            </a:r>
          </a:p>
        </p:txBody>
      </p:sp>
      <p:sp>
        <p:nvSpPr>
          <p:cNvPr id="10" name="A 路徑接受後更新資源狀態，再以更新後的狀態替 B 搜尋">
            <a:extLst xmlns:a="http://schemas.openxmlformats.org/drawingml/2006/main">
              <a:ext uri="{FF2B5EF4-FFF2-40B4-BE49-F238E27FC236}">
                <a16:creationId xmlns:a16="http://schemas.microsoft.com/office/drawing/2014/main" id="{9F170DDF-EE00-41E5-AA86-7D32C96A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A 路徑接受後更新資源狀態，再以更新後的狀態替 B 搜尋</a:t>
            </a:r>
          </a:p>
        </p:txBody>
      </p:sp>
      <p:sp>
        <p:nvSpPr>
          <p:cNvPr id="11" name="takeaway-2">
            <a:extLst xmlns:a="http://schemas.openxmlformats.org/drawingml/2006/main">
              <a:ext uri="{FF2B5EF4-FFF2-40B4-BE49-F238E27FC236}">
                <a16:creationId xmlns:a16="http://schemas.microsoft.com/office/drawing/2014/main" id="{6E2176B1-EB19-4825-A60C-8602A8E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全域決策集中在中央端，節點負責實際 store-and-forward。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99B76C91-3DEF-403D-B104-512F3DC1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1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目前版本的研究範圍">
            <a:extLst xmlns:a="http://schemas.openxmlformats.org/drawingml/2006/main">
              <a:ext uri="{FF2B5EF4-FFF2-40B4-BE49-F238E27FC236}">
                <a16:creationId xmlns:a16="http://schemas.microsoft.com/office/drawing/2014/main" id="{74B5A061-A808-48A8-9C15-F81B27D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目前版本的研究範圍</a:t>
            </a:r>
          </a:p>
        </p:txBody>
      </p:sp>
      <p:sp>
        <p:nvSpPr>
          <p:cNvPr id="2" name="現行 v04">
            <a:extLst xmlns:a="http://schemas.openxmlformats.org/drawingml/2006/main">
              <a:ext uri="{FF2B5EF4-FFF2-40B4-BE49-F238E27FC236}">
                <a16:creationId xmlns:a16="http://schemas.microsoft.com/office/drawing/2014/main" id="{1EAB14B0-0DA0-413F-8019-A4A679B2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本次報告模型</a:t>
            </a:r>
          </a:p>
        </p:txBody>
      </p:sp>
      <p:sp>
        <p:nvSpPr>
          <p:cNvPr id="3" name="後續擴充">
            <a:extLst xmlns:a="http://schemas.openxmlformats.org/drawingml/2006/main">
              <a:ext uri="{FF2B5EF4-FFF2-40B4-BE49-F238E27FC236}">
                <a16:creationId xmlns:a16="http://schemas.microsoft.com/office/drawing/2014/main" id="{DA028474-E7D9-43C9-901E-D6567404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D97706"/>
                </a:solidFill>
                <a:latin typeface="DFKai-SB"/>
                <a:ea typeface="DFKai-SB"/>
                <a:cs typeface="DFKai-SB"/>
              </a:defRPr>
            </a:pPr>
            <a:r>
              <a:rPr sz="2550" b="1">
                <a:solidFill>
                  <a:srgbClr val="D97706"/>
                </a:solidFill>
                <a:latin typeface="DFKai-SB"/>
                <a:ea typeface="DFKai-SB"/>
                <a:cs typeface="DFKai-SB"/>
              </a:rPr>
              <a:t>後續擴充</a:t>
            </a:r>
          </a:p>
        </p:txBody>
      </p:sp>
      <p:sp>
        <p:nvSpPr>
          <p:cNvPr id="4" name="直線接點 3">
            <a:extLst xmlns:a="http://schemas.openxmlformats.org/drawingml/2006/main">
              <a:ext uri="{FF2B5EF4-FFF2-40B4-BE49-F238E27FC236}">
                <a16:creationId xmlns:a16="http://schemas.microsoft.com/office/drawing/2014/main" id="{5090FC5A-463B-4FA5-AA99-0EA35249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9525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✓ 中央端逐包處理&#10;✓ 不可分割 bundle&#10;✓ 完整 tra">
            <a:extLst xmlns:a="http://schemas.openxmlformats.org/drawingml/2006/main">
              <a:ext uri="{FF2B5EF4-FFF2-40B4-BE49-F238E27FC236}">
                <a16:creationId xmlns:a16="http://schemas.microsoft.com/office/drawing/2014/main" id="{3E3C53EB-0749-43D1-ACE9-FE1271E6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95500"/>
            <a:ext cx="4572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中央端依序規劃 bundle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整包、連續傳送與完整接收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傳輸時間與傳播延遲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Contact 剩餘可分配資料量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逐 byte buffer 占用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✓ 有限時間格點的最早到達</a:t>
            </a:r>
          </a:p>
        </p:txBody>
      </p:sp>
      <p:sp>
        <p:nvSpPr>
          <p:cNvPr id="6" name="○ Transmission calendar&#10;○ 連續時間搜尋">
            <a:extLst xmlns:a="http://schemas.openxmlformats.org/drawingml/2006/main">
              <a:ext uri="{FF2B5EF4-FFF2-40B4-BE49-F238E27FC236}">
                <a16:creationId xmlns:a16="http://schemas.microsoft.com/office/drawing/2014/main" id="{B2C93475-BC53-4263-9BF0-38BF100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333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Transmission calendar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連續時間搜尋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多包聯合最佳化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動態 contact 中斷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控制訊息成本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100" b="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○ 分散式資源同步</a:t>
            </a:r>
          </a:p>
        </p:txBody>
      </p:sp>
      <p:sp>
        <p:nvSpPr>
          <p:cNvPr id="7" name="目前結論只適用於左側明列的模型">
            <a:extLst xmlns:a="http://schemas.openxmlformats.org/drawingml/2006/main">
              <a:ext uri="{FF2B5EF4-FFF2-40B4-BE49-F238E27FC236}">
                <a16:creationId xmlns:a16="http://schemas.microsoft.com/office/drawing/2014/main" id="{46D8B87D-9A77-42D1-82EA-F029C9AF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00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 b="1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目前結論只適用於左側明列的模型</a:t>
            </a:r>
          </a:p>
        </p:txBody>
      </p:sp>
      <p:sp>
        <p:nvSpPr>
          <p:cNvPr id="8" name="takeaway-3">
            <a:extLst xmlns:a="http://schemas.openxmlformats.org/drawingml/2006/main">
              <a:ext uri="{FF2B5EF4-FFF2-40B4-BE49-F238E27FC236}">
                <a16:creationId xmlns:a16="http://schemas.microsoft.com/office/drawing/2014/main" id="{6C0BFDCC-E5C3-482A-A484-80B38891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剩餘資料量檢查，仍未包含各包傳輸時段的衝突檢查。</a:t>
            </a:r>
          </a:p>
        </p:txBody>
      </p:sp>
      <p:sp>
        <p:nvSpPr>
          <p:cNvPr id="9" name="page-3">
            <a:extLst xmlns:a="http://schemas.openxmlformats.org/drawingml/2006/main">
              <a:ext uri="{FF2B5EF4-FFF2-40B4-BE49-F238E27FC236}">
                <a16:creationId xmlns:a16="http://schemas.microsoft.com/office/drawing/2014/main" id="{B142FC86-1C0E-4A47-B46B-3E28F468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36456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Q 與 U 的讀法">
            <a:extLst xmlns:a="http://schemas.openxmlformats.org/drawingml/2006/main">
              <a:ext uri="{FF2B5EF4-FFF2-40B4-BE49-F238E27FC236}">
                <a16:creationId xmlns:a16="http://schemas.microsoft.com/office/drawing/2014/main" id="{D83F66B3-B118-4816-9BB7-3ADD3355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 b="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Label 與 Q 的定義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36A1F7F-F151-498B-80AA-FE093C8D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16" b="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116" b="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1EDD45-2D9A-43BF-BAFB-3337E60B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0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Lᵢ = (cᵢ, Aᵢ, sᵢ, predᵢ)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F4612-DC4D-4385-AF9B-5755557A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8600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F6AB1-587A-4F66-8E15-213CE49A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8600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最後使用的 contact；目前節點為它的接收端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C2F8EF-D37B-4568-9A5D-12F4A3A7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2892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98481-1DD9-4690-B17D-038222C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2892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整包通過 cᵢ 後，完整抵達接收端的時間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F5AB7-E04E-4680-A799-B6477E9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sᵢ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BF53A-2D07-488A-90D3-8F486846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371850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在 cᵢ 上實際開始傳送的時間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15C3AE-CD68-4EB5-8D0F-3361B7F1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14775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predᵢ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E53101-8872-4397-B3CE-684DE9BF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14775"/>
            <a:ext cx="8239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前一個 label，供路徑與各跳時間回溯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410748-4E68-40F0-BFE3-97A4676A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1962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例：L₂ = (c4, 8, 7, L₀)，表示 7 秒起送、8 秒到 B。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8AEC30-0018-4B76-A477-DCD64AF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14925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依 Aᵢ 由小到大取出；初始化 L₀ = (c₀, g, —, ∅)。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D96B7-B61F-4697-8F3B-BDB9F3AA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c₀ 為起點的虛擬 contact。搜尋期間，候選路徑不扣除全域資源。</a:t>
            </a:r>
          </a:p>
        </p:txBody>
      </p:sp>
    </p:spTree>
    <p:extLst>
      <p:ext uri="{BB962C8B-B14F-4D97-AF65-F5344CB8AC3E}">
        <p14:creationId xmlns:p14="http://schemas.microsoft.com/office/powerpoint/2010/main" val="14653088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01　固定拓樸與兩包需求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X→D（g=0）；第二包 A→D（g=1），依序搜尋。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4EDA848D-48DF-4D1C-9BE6-DFF9427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每包 4 MB，傳一跳需要 1 秒">
            <a:extLst xmlns:a="http://schemas.openxmlformats.org/drawingml/2006/main">
              <a:ext uri="{FF2B5EF4-FFF2-40B4-BE49-F238E27FC236}">
                <a16:creationId xmlns:a16="http://schemas.microsoft.com/office/drawing/2014/main" id="{26EA6261-363E-456D-8F27-66682FE6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每包 S=4 MB，傳輸時間 S/r=1 秒</a:t>
            </a:r>
          </a:p>
        </p:txBody>
      </p:sp>
      <p:sp>
        <p:nvSpPr>
          <p:cNvPr id="39" name="c1">
            <a:extLst xmlns:a="http://schemas.openxmlformats.org/drawingml/2006/main">
              <a:ext uri="{FF2B5EF4-FFF2-40B4-BE49-F238E27FC236}">
                <a16:creationId xmlns:a16="http://schemas.microsoft.com/office/drawing/2014/main" id="{847C6BBF-7995-4E99-9516-37E4465C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5C975B19-BCD0-4135-8353-F6D73F3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240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E9CE22D-AB6D-44B3-ADB1-2853ED0F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193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c2">
            <a:extLst xmlns:a="http://schemas.openxmlformats.org/drawingml/2006/main">
              <a:ext uri="{FF2B5EF4-FFF2-40B4-BE49-F238E27FC236}">
                <a16:creationId xmlns:a16="http://schemas.microsoft.com/office/drawing/2014/main" id="{B169E802-7099-415D-8196-211BAB5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574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001400B1-A55C-4167-8642-470F486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479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845A860E-47D3-49E4-89F1-D56FD757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431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c3">
            <a:extLst xmlns:a="http://schemas.openxmlformats.org/drawingml/2006/main">
              <a:ext uri="{FF2B5EF4-FFF2-40B4-BE49-F238E27FC236}">
                <a16:creationId xmlns:a16="http://schemas.microsoft.com/office/drawing/2014/main" id="{637DE918-99FD-486F-A110-90E5564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812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1F0F901-4E6E-4BEE-990C-004C11B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74957B4-BFDB-4E84-9FD1-57C8384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26670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8" name="c4">
            <a:extLst xmlns:a="http://schemas.openxmlformats.org/drawingml/2006/main">
              <a:ext uri="{FF2B5EF4-FFF2-40B4-BE49-F238E27FC236}">
                <a16:creationId xmlns:a16="http://schemas.microsoft.com/office/drawing/2014/main" id="{D17CCA23-D8ED-4BF6-9DFC-D4FD1B80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051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F497A64F-A4FE-401F-8150-0D86D4B8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089B36-0EDB-44AE-B2E9-C8BB772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00" y="2990850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1" name="c5">
            <a:extLst xmlns:a="http://schemas.openxmlformats.org/drawingml/2006/main">
              <a:ext uri="{FF2B5EF4-FFF2-40B4-BE49-F238E27FC236}">
                <a16:creationId xmlns:a16="http://schemas.microsoft.com/office/drawing/2014/main" id="{DE908516-2E1E-48DC-A2E7-3EA4A13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289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662E9DAD-8665-49CC-B8DC-CA393F55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9865CEE-FCD1-4892-A45B-4B5C320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3147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4" name="c6">
            <a:extLst xmlns:a="http://schemas.openxmlformats.org/drawingml/2006/main">
              <a:ext uri="{FF2B5EF4-FFF2-40B4-BE49-F238E27FC236}">
                <a16:creationId xmlns:a16="http://schemas.microsoft.com/office/drawing/2014/main" id="{6184F47E-188B-49FC-BC18-551A94F6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528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BFF7C9AC-EC8F-4230-BF85-BC673E3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433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2C1945C8-CBD6-4455-B223-6682C92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6500" y="36385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57" name="c7">
            <a:extLst xmlns:a="http://schemas.openxmlformats.org/drawingml/2006/main">
              <a:ext uri="{FF2B5EF4-FFF2-40B4-BE49-F238E27FC236}">
                <a16:creationId xmlns:a16="http://schemas.microsoft.com/office/drawing/2014/main" id="{4F579B05-AEFD-4D56-BC20-B65845AF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28B81DAE-05CE-4668-BC05-81DBB724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19EA17D-F585-40BA-97C6-488407F4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6240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0" name="c8">
            <a:extLst xmlns:a="http://schemas.openxmlformats.org/drawingml/2006/main">
              <a:ext uri="{FF2B5EF4-FFF2-40B4-BE49-F238E27FC236}">
                <a16:creationId xmlns:a16="http://schemas.microsoft.com/office/drawing/2014/main" id="{D4240DD7-4022-40AD-B590-51B72DF4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00525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4E394CAD-F639-4086-B72A-A93FAB10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392D6BBA-0A53-4B51-9EF5-65039563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286250"/>
            <a:ext cx="31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32367D96-4027-4F3F-B9DD-2104242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7CDDB5DE-76B2-4E4D-B4C6-CDFD76FE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5" name="0">
            <a:extLst xmlns:a="http://schemas.openxmlformats.org/drawingml/2006/main">
              <a:ext uri="{FF2B5EF4-FFF2-40B4-BE49-F238E27FC236}">
                <a16:creationId xmlns:a16="http://schemas.microsoft.com/office/drawing/2014/main" id="{ED640A71-1935-4705-8289-8AAFAF2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F47279B9-1BCF-4941-B9CD-607D18BC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7" name="2">
            <a:extLst xmlns:a="http://schemas.openxmlformats.org/drawingml/2006/main">
              <a:ext uri="{FF2B5EF4-FFF2-40B4-BE49-F238E27FC236}">
                <a16:creationId xmlns:a16="http://schemas.microsoft.com/office/drawing/2014/main" id="{ECF85465-622E-4E41-AB9C-D218F2F2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78CD899B-A380-49E8-BE02-5F24AA1D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9" name="4">
            <a:extLst xmlns:a="http://schemas.openxmlformats.org/drawingml/2006/main">
              <a:ext uri="{FF2B5EF4-FFF2-40B4-BE49-F238E27FC236}">
                <a16:creationId xmlns:a16="http://schemas.microsoft.com/office/drawing/2014/main" id="{C4B11492-8BC0-4722-850F-D3F0F4E7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70" name="手繪多邊形: 圖案 69">
            <a:extLst xmlns:a="http://schemas.openxmlformats.org/drawingml/2006/main">
              <a:ext uri="{FF2B5EF4-FFF2-40B4-BE49-F238E27FC236}">
                <a16:creationId xmlns:a16="http://schemas.microsoft.com/office/drawing/2014/main" id="{6AEB21D0-4663-497A-90F5-8EE462F2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1" name="6">
            <a:extLst xmlns:a="http://schemas.openxmlformats.org/drawingml/2006/main">
              <a:ext uri="{FF2B5EF4-FFF2-40B4-BE49-F238E27FC236}">
                <a16:creationId xmlns:a16="http://schemas.microsoft.com/office/drawing/2014/main" id="{2526FED1-379B-4849-8D57-5CB8AE70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72" name="手繪多邊形: 圖案 71">
            <a:extLst xmlns:a="http://schemas.openxmlformats.org/drawingml/2006/main">
              <a:ext uri="{FF2B5EF4-FFF2-40B4-BE49-F238E27FC236}">
                <a16:creationId xmlns:a16="http://schemas.microsoft.com/office/drawing/2014/main" id="{9FA0FFD8-25A5-48C9-90FC-1CF99106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3" name="8">
            <a:extLst xmlns:a="http://schemas.openxmlformats.org/drawingml/2006/main">
              <a:ext uri="{FF2B5EF4-FFF2-40B4-BE49-F238E27FC236}">
                <a16:creationId xmlns:a16="http://schemas.microsoft.com/office/drawing/2014/main" id="{931E9CF4-C16C-4B9F-A505-7EC88F0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74" name="手繪多邊形: 圖案 73">
            <a:extLst xmlns:a="http://schemas.openxmlformats.org/drawingml/2006/main">
              <a:ext uri="{FF2B5EF4-FFF2-40B4-BE49-F238E27FC236}">
                <a16:creationId xmlns:a16="http://schemas.microsoft.com/office/drawing/2014/main" id="{1BA7EBA1-A99F-4E8D-8874-0BC53CE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5" name="10">
            <a:extLst xmlns:a="http://schemas.openxmlformats.org/drawingml/2006/main">
              <a:ext uri="{FF2B5EF4-FFF2-40B4-BE49-F238E27FC236}">
                <a16:creationId xmlns:a16="http://schemas.microsoft.com/office/drawing/2014/main" id="{3A00D3CF-D95C-42E5-A2B6-782B44F0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76" name="手繪多邊形: 圖案 75">
            <a:extLst xmlns:a="http://schemas.openxmlformats.org/drawingml/2006/main">
              <a:ext uri="{FF2B5EF4-FFF2-40B4-BE49-F238E27FC236}">
                <a16:creationId xmlns:a16="http://schemas.microsoft.com/office/drawing/2014/main" id="{F878F253-70FB-4FB6-910D-01E0EDE7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38675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77" name="12">
            <a:extLst xmlns:a="http://schemas.openxmlformats.org/drawingml/2006/main">
              <a:ext uri="{FF2B5EF4-FFF2-40B4-BE49-F238E27FC236}">
                <a16:creationId xmlns:a16="http://schemas.microsoft.com/office/drawing/2014/main" id="{90C301B0-DA42-42B9-A722-C6B6C7F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724400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78" name="秒">
            <a:extLst xmlns:a="http://schemas.openxmlformats.org/drawingml/2006/main">
              <a:ext uri="{FF2B5EF4-FFF2-40B4-BE49-F238E27FC236}">
                <a16:creationId xmlns:a16="http://schemas.microsoft.com/office/drawing/2014/main" id="{9A231F98-18F6-44B2-9DD1-F21DB98A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71487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各節點 buffer 上限 4 MB</a:t>
            </a:r>
          </a:p>
        </p:txBody>
      </p:sp>
      <p:sp>
        <p:nvSpPr>
          <p:cNvPr id="81" name="c1">
            <a:extLst xmlns:a="http://schemas.openxmlformats.org/drawingml/2006/main">
              <a:ext uri="{FF2B5EF4-FFF2-40B4-BE49-F238E27FC236}">
                <a16:creationId xmlns:a16="http://schemas.microsoft.com/office/drawing/2014/main" id="{E8B70119-AFD0-4F92-BC69-28ABBE2F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E8A6AE67-4070-48E3-883C-12F9A7D1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6235B4E9-469C-4540-945E-27A0922B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748155E2-80C6-487C-938C-A3AD119E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C21272F0-DC72-49EE-8F78-C547EBA6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179B7D1C-C8DC-4DA8-975A-E819292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1AF742B6-3441-4CB6-B65A-174A5BD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2015797B-B264-4CA6-98D6-26CFE0C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</p:spTree>
    <p:extLst>
      <p:ext uri="{BB962C8B-B14F-4D97-AF65-F5344CB8AC3E}">
        <p14:creationId xmlns:p14="http://schemas.microsoft.com/office/powerpoint/2010/main" val="4224337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01　固定拓樸與兩包需求">
            <a:extLst xmlns:a="http://schemas.openxmlformats.org/drawingml/2006/main">
              <a:ext uri="{FF2B5EF4-FFF2-40B4-BE49-F238E27FC236}">
                <a16:creationId xmlns:a16="http://schemas.microsoft.com/office/drawing/2014/main" id="{602DEEAD-E03D-4BB2-8F1D-AB6CEE9E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Contact plan 與資源狀態</a:t>
            </a:r>
          </a:p>
        </p:txBody>
      </p:sp>
      <p:sp>
        <p:nvSpPr>
          <p:cNvPr id="2" name="2">
            <a:extLst xmlns:a="http://schemas.openxmlformats.org/drawingml/2006/main">
              <a:ext uri="{FF2B5EF4-FFF2-40B4-BE49-F238E27FC236}">
                <a16:creationId xmlns:a16="http://schemas.microsoft.com/office/drawing/2014/main" id="{DF5E7430-061E-49BC-AF48-28979F1C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3" name="第一包 X→D（g=0）；第二包 A→D（g=1），依序搜尋。">
            <a:extLst xmlns:a="http://schemas.openxmlformats.org/drawingml/2006/main">
              <a:ext uri="{FF2B5EF4-FFF2-40B4-BE49-F238E27FC236}">
                <a16:creationId xmlns:a16="http://schemas.microsoft.com/office/drawing/2014/main" id="{A5089E99-7D7E-4252-809C-6540D4CD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R_c 表示尚可分配的資料量，由中央維護；不表示可用傳輸時段。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4DE8418-0F7A-473F-B958-E4540100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8A28333E-E2FD-4CF5-BF64-108ACAD6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54A8A1FA-5773-453D-BF2F-DFC67FD1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7FD40991-B9A5-4DE1-8B24-3F24F288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0FF8C88-9454-4A41-8BB0-1BE1253C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87AAC9D-62A9-464E-B615-17BD7A37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0477C3-983F-4FFA-8289-D40C069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511CF7A-D71F-4222-92B1-52867198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D169E63-0171-4ECF-841A-11EA75C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3D22028A-9DD3-4637-9EAC-E27C3033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34BC241D-AD5F-416D-B6BE-C9CFAD6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799C8918-F5CF-49AB-A8F2-0A3D51DC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4E9C0532-254F-407B-9839-621F88E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9F7C9EA5-DC05-4937-964F-492C709F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9DCE848D-7A2A-4E5D-87B5-3EF5E8AB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C29A811A-7539-40AF-B21C-407CA2C0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0B826FC-7AD0-46CF-955E-E6D5E4B1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04414ADB-5FF1-42DE-B235-06F2921E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907A84FA-5FAF-4563-AFD9-18AF7B9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60BCB64-B080-497D-A723-343B1576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0392B5-3C06-409E-8E29-A463ADC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938E34ED-8189-461D-9AA3-85A7AAFC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3E5232AF-D5DB-487D-9C62-893C9A45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66AB41DA-8AC2-4EF5-A9EB-A442DD1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4E721DD1-5010-4236-9CAA-7AFC1AA6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CCDC8254-D0A6-495C-ACF3-14259C62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B47C1FC-1962-433B-AECE-70739C5F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26D69C99-67A6-4B66-ABA8-14F52BEB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A68FC993-B72B-4127-B78F-CFB444A9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51A120D-2E8F-4F0B-979D-400C0073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045BE838-A8D8-4A69-A8C0-607304B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873373A-0A19-45F1-9EB3-3D0BC8BE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972CEF04-4EF9-4E2F-991B-01B6935D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79" name="各節點 buffer 上限 4 MB">
            <a:extLst xmlns:a="http://schemas.openxmlformats.org/drawingml/2006/main">
              <a:ext uri="{FF2B5EF4-FFF2-40B4-BE49-F238E27FC236}">
                <a16:creationId xmlns:a16="http://schemas.microsoft.com/office/drawing/2014/main" id="{13D3261A-29FA-48E6-ADCB-BAA849D5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M_v=4 MB；Δ=1 秒；T=12 秒</a:t>
            </a:r>
          </a:p>
        </p:txBody>
      </p:sp>
      <p:graphicFrame>
        <p:nvGraphicFramePr>
          <p:cNvPr id="131" name="表格 80"/>
          <p:cNvGraphicFramePr/>
          <p:nvPr/>
        </p:nvGraphicFramePr>
        <p:xfrm>
          <a:off xmlns:a="http://schemas.openxmlformats.org/drawingml/2006/main" x="5826817" y="1394567"/>
          <a:ext xmlns:a="http://schemas.openxmlformats.org/drawingml/2006/main" cx="6209675" cy="3291840"/>
        </p:xfrm>
        <a:graphic xmlns:a="http://schemas.openxmlformats.org/drawingml/2006/main"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241935"/>
                <a:gridCol w="1241935"/>
                <a:gridCol w="1241935"/>
                <a:gridCol w="1241935"/>
                <a:gridCol w="1241935"/>
              </a:tblGrid>
              <a:tr h="0">
                <a:tc>
                  <a:txBody>
                    <a:bodyPr/>
                    <a:lstStyle/>
                    <a:p>
                      <a:r>
                        <a:t>Contact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傳送端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接收端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開始時間</a:t>
                      </a:r>
                      <a:endParaRPr/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結束時間</a:t>
                      </a:r>
                      <a:endParaRPr/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t>c8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82" name="c1">
            <a:extLst xmlns:a="http://schemas.openxmlformats.org/drawingml/2006/main">
              <a:ext uri="{FF2B5EF4-FFF2-40B4-BE49-F238E27FC236}">
                <a16:creationId xmlns:a16="http://schemas.microsoft.com/office/drawing/2014/main" id="{A9B9609D-F53E-4A17-94C3-28A92EC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3" name="c1">
            <a:extLst xmlns:a="http://schemas.openxmlformats.org/drawingml/2006/main">
              <a:ext uri="{FF2B5EF4-FFF2-40B4-BE49-F238E27FC236}">
                <a16:creationId xmlns:a16="http://schemas.microsoft.com/office/drawing/2014/main" id="{402D3F27-6C6F-4479-BD23-C1C169AE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4" name="c1">
            <a:extLst xmlns:a="http://schemas.openxmlformats.org/drawingml/2006/main">
              <a:ext uri="{FF2B5EF4-FFF2-40B4-BE49-F238E27FC236}">
                <a16:creationId xmlns:a16="http://schemas.microsoft.com/office/drawing/2014/main" id="{B8FDB4F2-9290-473A-9847-2641BD3F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5" name="c1">
            <a:extLst xmlns:a="http://schemas.openxmlformats.org/drawingml/2006/main">
              <a:ext uri="{FF2B5EF4-FFF2-40B4-BE49-F238E27FC236}">
                <a16:creationId xmlns:a16="http://schemas.microsoft.com/office/drawing/2014/main" id="{152C9C13-4D14-4DB1-BD5E-1227CAA1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6" name="c1">
            <a:extLst xmlns:a="http://schemas.openxmlformats.org/drawingml/2006/main">
              <a:ext uri="{FF2B5EF4-FFF2-40B4-BE49-F238E27FC236}">
                <a16:creationId xmlns:a16="http://schemas.microsoft.com/office/drawing/2014/main" id="{D7BA87BF-1B19-47C1-8759-20BFD27F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7" name="c1">
            <a:extLst xmlns:a="http://schemas.openxmlformats.org/drawingml/2006/main">
              <a:ext uri="{FF2B5EF4-FFF2-40B4-BE49-F238E27FC236}">
                <a16:creationId xmlns:a16="http://schemas.microsoft.com/office/drawing/2014/main" id="{ECAA8ACD-7BDB-4435-A98E-C6379328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8" name="c1">
            <a:extLst xmlns:a="http://schemas.openxmlformats.org/drawingml/2006/main">
              <a:ext uri="{FF2B5EF4-FFF2-40B4-BE49-F238E27FC236}">
                <a16:creationId xmlns:a16="http://schemas.microsoft.com/office/drawing/2014/main" id="{6D87B596-792E-4AA2-9378-1B524C3E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9" name="c1">
            <a:extLst xmlns:a="http://schemas.openxmlformats.org/drawingml/2006/main">
              <a:ext uri="{FF2B5EF4-FFF2-40B4-BE49-F238E27FC236}">
                <a16:creationId xmlns:a16="http://schemas.microsoft.com/office/drawing/2014/main" id="{1EC0492B-892A-4500-914C-3385E555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90" name="c7">
            <a:extLst xmlns:a="http://schemas.openxmlformats.org/drawingml/2006/main">
              <a:ext uri="{FF2B5EF4-FFF2-40B4-BE49-F238E27FC236}">
                <a16:creationId xmlns:a16="http://schemas.microsoft.com/office/drawing/2014/main" id="{6318B838-97DE-4817-B9DD-0428DFFB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B7C0ED2-596D-465D-8A1C-7B991605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3392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r=4 MB/s；δ(c2,c5,c6)=1 秒，其餘 δ=0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00AF2DF-0A9A-4465-90FD-E8362C88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95875"/>
            <a:ext cx="619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初始 R(c1～c8)=(4,4,4,8,4,4,2,4) MB</a:t>
            </a:r>
          </a:p>
        </p:txBody>
      </p:sp>
    </p:spTree>
    <p:extLst>
      <p:ext uri="{BB962C8B-B14F-4D97-AF65-F5344CB8AC3E}">
        <p14:creationId xmlns:p14="http://schemas.microsoft.com/office/powerpoint/2010/main" val="41873788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2　第一包：X 經 c1 到 B">
            <a:extLst xmlns:a="http://schemas.openxmlformats.org/drawingml/2006/main">
              <a:ext uri="{FF2B5EF4-FFF2-40B4-BE49-F238E27FC236}">
                <a16:creationId xmlns:a16="http://schemas.microsoft.com/office/drawing/2014/main" id="{6A687F78-A6FC-4236-BFCB-A1CE26C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02　第一包：X 經 c1 到 B</a:t>
            </a:r>
          </a:p>
        </p:txBody>
      </p:sp>
      <p:sp>
        <p:nvSpPr>
          <p:cNvPr id="2" name="3">
            <a:extLst xmlns:a="http://schemas.openxmlformats.org/drawingml/2006/main">
              <a:ext uri="{FF2B5EF4-FFF2-40B4-BE49-F238E27FC236}">
                <a16:creationId xmlns:a16="http://schemas.microsoft.com/office/drawing/2014/main" id="{49C2689B-3202-43B9-B51B-A2021343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3" name="c1：0+4≤4；X 與 B 的占用峰值都為 4 MB，因此建立">
            <a:extLst xmlns:a="http://schemas.openxmlformats.org/drawingml/2006/main">
              <a:ext uri="{FF2B5EF4-FFF2-40B4-BE49-F238E27FC236}">
                <a16:creationId xmlns:a16="http://schemas.microsoft.com/office/drawing/2014/main" id="{29FE7263-9BA2-4A2D-8598-2F43890F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c1 可分配量 4≥S；兩端 buffer 峰值皆為 4 MB，建立 L₁。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2F504C2-C0AA-4D85-B7EC-347DF781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E57D457-4198-4E4A-8F36-5E58FA48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C9665875-DFC0-4820-85C6-0C3DFDE8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98AAB3D7-4A03-498A-8457-9024AF6A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37D0208-637F-4915-8F28-9E4B8ABA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09CB55A-8292-4EFD-AECE-C2F1DE62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4C0F236-B467-4AF1-AE29-B8BC668A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AC54604C-C4A4-4C86-B306-BA22EF4E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202F16C2-5777-4A53-BE5A-995935D5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18FEABC2-0023-4B4C-BF8C-2962E795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ECC1A91C-7E74-4A9E-A91D-2D54E8E2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D48A92D-DF60-450F-B446-7AAED320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6CFDAD5-B8C4-4D76-A0BA-C29554CF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F9382159-0350-4C2F-9AEC-A6A83792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3012E47-3FF2-4DB2-B769-84074E0A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DAFB4F5-3A02-4EE5-AE9D-F7DF5945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0E1ADABF-8D20-47D2-B6D8-35117CBE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F3EDEF7-F27A-4D9D-8688-A7544BF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1EB9B57-5B37-4A44-A752-335FE7BD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76B1AD67-FEF3-4854-A820-B8A46F8E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8F47428E-F94A-46FC-89A6-27912DCA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4444C75B-AD18-4E81-944D-46EF5923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8CD4C5F-271C-4253-9107-BFE84FE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35B5142-3D38-43F2-BB67-A0E9534D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1FFA838-B0B8-4F10-AC75-11A34CE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487A93D-D821-4937-AF3C-5500881B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2234B9C-D9F6-46A6-900C-E962F3D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48008F5-E6C8-404A-90B9-3F0B6E8E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48118CA9-1B19-48BA-9944-7E37C880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19362597-7459-475E-9821-306540DE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BEF37F97-2497-4BC0-94B5-57E80514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86E672F2-1DD4-4AF3-91B5-D3E65D1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AED4C7F9-B26C-4896-92E4-6C8F9F90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c1：發送與接收都在 2～3 秒">
            <a:extLst xmlns:a="http://schemas.openxmlformats.org/drawingml/2006/main">
              <a:ext uri="{FF2B5EF4-FFF2-40B4-BE49-F238E27FC236}">
                <a16:creationId xmlns:a16="http://schemas.microsoft.com/office/drawing/2014/main" id="{4D2369B8-0B43-4338-BA0B-2EA2D8F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c1：發送與接收都在 2～3 秒</a:t>
            </a:r>
          </a:p>
        </p:txBody>
      </p:sp>
      <p:sp>
        <p:nvSpPr>
          <p:cNvPr id="39" name="X 等待">
            <a:extLst xmlns:a="http://schemas.openxmlformats.org/drawingml/2006/main">
              <a:ext uri="{FF2B5EF4-FFF2-40B4-BE49-F238E27FC236}">
                <a16:creationId xmlns:a16="http://schemas.microsoft.com/office/drawing/2014/main" id="{72A5747C-7C01-4FA6-A47F-F7E6716F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等待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4522070-D028-41E1-AA5E-13933B5E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C291C53-0B0C-4DD7-BA77-A5197EAF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5DB"/>
          </a:solidFill>
          <a:ln xmlns:a="http://schemas.openxmlformats.org/drawingml/2006/main" w="14288">
            <a:solidFill>
              <a:srgbClr val="D5D5DB"/>
            </a:solidFill>
          </a:ln>
        </p:spPr>
      </p:sp>
      <p:sp>
        <p:nvSpPr>
          <p:cNvPr id="42" name="X 發送">
            <a:extLst xmlns:a="http://schemas.openxmlformats.org/drawingml/2006/main">
              <a:ext uri="{FF2B5EF4-FFF2-40B4-BE49-F238E27FC236}">
                <a16:creationId xmlns:a16="http://schemas.microsoft.com/office/drawing/2014/main" id="{6BB2CD00-1DC3-40B7-9667-D1142CB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X 發送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91CF40E-20BC-472F-93EC-3C989677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1A0ECCC8-93B6-4FEB-9FC2-5BAC00C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B 接收">
            <a:extLst xmlns:a="http://schemas.openxmlformats.org/drawingml/2006/main">
              <a:ext uri="{FF2B5EF4-FFF2-40B4-BE49-F238E27FC236}">
                <a16:creationId xmlns:a16="http://schemas.microsoft.com/office/drawing/2014/main" id="{77917FB2-7EA1-4313-B476-DBCDD71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B 接收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7FDD2462-2DF8-44DF-A964-2FBFC055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7E4B5B5-9AB9-47E2-B08E-96F702F9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422C55F-0E11-4943-BD2C-96E030C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8FEC7DBD-3B2C-417C-8679-A72FB0B8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2092AA55-BA42-4575-95CE-A698A0F9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12841A0F-972A-465B-9DD5-D0D3FA75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D2675B82-3DC2-4734-8D40-796DA83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1">
            <a:extLst xmlns:a="http://schemas.openxmlformats.org/drawingml/2006/main">
              <a:ext uri="{FF2B5EF4-FFF2-40B4-BE49-F238E27FC236}">
                <a16:creationId xmlns:a16="http://schemas.microsoft.com/office/drawing/2014/main" id="{0E2A1F7A-0215-48C3-BC08-1C0BB4B8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AC35E44C-CE81-432D-8395-1ACAECF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2">
            <a:extLst xmlns:a="http://schemas.openxmlformats.org/drawingml/2006/main">
              <a:ext uri="{FF2B5EF4-FFF2-40B4-BE49-F238E27FC236}">
                <a16:creationId xmlns:a16="http://schemas.microsoft.com/office/drawing/2014/main" id="{9AFF4166-A520-4C8D-8F81-CF88D584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F148A40D-F4AC-4CA9-9FBD-EE39C73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3">
            <a:extLst xmlns:a="http://schemas.openxmlformats.org/drawingml/2006/main">
              <a:ext uri="{FF2B5EF4-FFF2-40B4-BE49-F238E27FC236}">
                <a16:creationId xmlns:a16="http://schemas.microsoft.com/office/drawing/2014/main" id="{4AAB76AE-AE11-4854-B568-034550F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428DAB91-1878-449F-8B78-6D9964F5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4">
            <a:extLst xmlns:a="http://schemas.openxmlformats.org/drawingml/2006/main">
              <a:ext uri="{FF2B5EF4-FFF2-40B4-BE49-F238E27FC236}">
                <a16:creationId xmlns:a16="http://schemas.microsoft.com/office/drawing/2014/main" id="{3420AB9F-A99F-4760-99EE-707DB6C3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60" name="秒">
            <a:extLst xmlns:a="http://schemas.openxmlformats.org/drawingml/2006/main">
              <a:ext uri="{FF2B5EF4-FFF2-40B4-BE49-F238E27FC236}">
                <a16:creationId xmlns:a16="http://schemas.microsoft.com/office/drawing/2014/main" id="{F58B1BF9-BD35-4857-A5D2-F0B784BB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1" name="L₁ = (B, 3, {c1:4})">
            <a:extLst xmlns:a="http://schemas.openxmlformats.org/drawingml/2006/main">
              <a:ext uri="{FF2B5EF4-FFF2-40B4-BE49-F238E27FC236}">
                <a16:creationId xmlns:a16="http://schemas.microsoft.com/office/drawing/2014/main" id="{FBC3A50B-9584-4941-8805-94F981AA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L₁ = (c1, 3, 2, L₀)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F120D6CB-6665-4EAE-8F87-5F5B6DC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₀(X,0)] → 取出 L₀">
            <a:extLst xmlns:a="http://schemas.openxmlformats.org/drawingml/2006/main">
              <a:ext uri="{FF2B5EF4-FFF2-40B4-BE49-F238E27FC236}">
                <a16:creationId xmlns:a16="http://schemas.microsoft.com/office/drawing/2014/main" id="{2D3AD0F7-4B69-4A85-A603-78B0593F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[L₀(c₀,0,—,∅)] → 取出 L₀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97F774BB-3750-4C9A-B23A-5C8E4271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1995BD54-3E60-4508-A0E3-7EFA4C48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9695D9D9-8AF0-490C-A4F6-CB1B5514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[L₁(B,3)]">
            <a:extLst xmlns:a="http://schemas.openxmlformats.org/drawingml/2006/main">
              <a:ext uri="{FF2B5EF4-FFF2-40B4-BE49-F238E27FC236}">
                <a16:creationId xmlns:a16="http://schemas.microsoft.com/office/drawing/2014/main" id="{AEBEAD96-F1ED-43DB-8189-858926E3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[L₁(c1,3,2,L₀)]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D440B9FB-6110-44F7-9D25-2B267883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ABB9169B-48D7-404F-8F8A-926B0355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CC913A2-2DA8-457F-AEB4-58F9198B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F1E6F8A-6286-49AD-899D-217C409E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5B1CEE2-020B-4F23-AA3D-2D1D946E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F574807B-1167-4F84-8793-A36D1577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1922D672-A63B-4D2F-8478-336CACD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315A9E5-4432-4106-983F-FBA8878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5F903D7C-C93B-44DD-81A3-A9E17EB4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7877521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3　第一包：在 B 比較 c2、c5">
            <a:extLst xmlns:a="http://schemas.openxmlformats.org/drawingml/2006/main">
              <a:ext uri="{FF2B5EF4-FFF2-40B4-BE49-F238E27FC236}">
                <a16:creationId xmlns:a16="http://schemas.microsoft.com/office/drawing/2014/main" id="{86A77F8A-AE81-4B07-8FBB-1DBBB8A9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03　第一包：在 B 比較 c2、c5</a:t>
            </a:r>
          </a:p>
        </p:txBody>
      </p:sp>
      <p:sp>
        <p:nvSpPr>
          <p:cNvPr id="2" name="4">
            <a:extLst xmlns:a="http://schemas.openxmlformats.org/drawingml/2006/main">
              <a:ext uri="{FF2B5EF4-FFF2-40B4-BE49-F238E27FC236}">
                <a16:creationId xmlns:a16="http://schemas.microsoft.com/office/drawing/2014/main" id="{BC3FFBC6-8E7D-40F3-8E72-AD686369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3" name="兩條路徑都可行。先保留 D 的第 8 秒與第 12 秒標籤。">
            <a:extLst xmlns:a="http://schemas.openxmlformats.org/drawingml/2006/main">
              <a:ext uri="{FF2B5EF4-FFF2-40B4-BE49-F238E27FC236}">
                <a16:creationId xmlns:a16="http://schemas.microsoft.com/office/drawing/2014/main" id="{96EBEB97-2901-451B-A983-4F38A67A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兩條路徑都可行。先保留 D 的第 8 秒與第 12 秒標籤。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EE17D45-8F54-4284-836E-4C8687E6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ACD232C2-BBEB-4468-8C94-0BA6B559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E79C924-4BBF-4271-979F-D952AF29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0B35C13-3930-456B-A516-1F8E324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B8B296E6-61D2-4BF1-AABE-FEAEF1F9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349C1A1-90EB-4134-9A68-D0DD3EB9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F3A1CD8-FFDF-4F6B-AA48-DC637C4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6E0A49D-BB82-4BF8-AE1D-1EF095F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756430F4-6D76-4F6E-A978-2257D5E4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5CD01050-33BD-4592-9CB4-33417CC2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E8B2D57-9817-47D0-A7D1-76185685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AC8E846D-4C7D-4AA6-873C-CFEF0704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9729106-0439-41B1-A5B5-68E9FB00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E7EB777-74DB-4CBB-B208-6265AB4F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64AF29EC-02F9-4204-BEE4-E58721C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EA9AA0ED-9E78-41A3-8439-E92CFB02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4BDFD7A-F6F1-48CB-8AEF-05D7285A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4AFD3FEA-FC8D-4B1C-B93E-5044142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E856E17F-9697-4B85-972A-11ECB371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E78ABF2F-5F14-4B58-B0BB-0D7E9C8D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7998738-071B-4EAA-AF7F-493537B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80CDDB2-B0DF-420E-9DA3-3748AEAD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528712B1-DA60-4A6E-AFCF-E8062204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8A87576B-B3F0-4FFB-BE05-045550AA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91501F8-B80D-4D4D-90E0-F9557408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8C6FC26C-C67A-4006-AAD2-48289CE3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22E9179-4942-4343-A07A-8370BF360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DC3AE523-9389-488C-BCDA-1761651E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50D28FA4-3AC7-4307-8397-718EC4F1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DE33318E-C5F9-4D8D-A36C-856618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24193E4-EF26-4393-A08F-4A85CC6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732CA900-2699-4E6C-9742-4E299AB1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23BC08E8-9825-4307-A37C-5D1F0615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54F32CE-64FF-4FB3-A2DA-DA4DD10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發送完成後，還要傳播 1 秒">
            <a:extLst xmlns:a="http://schemas.openxmlformats.org/drawingml/2006/main">
              <a:ext uri="{FF2B5EF4-FFF2-40B4-BE49-F238E27FC236}">
                <a16:creationId xmlns:a16="http://schemas.microsoft.com/office/drawing/2014/main" id="{0133F317-4C6D-4C07-9857-0CA14AB7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發送完成後，還要傳播 1 秒</a:t>
            </a:r>
          </a:p>
        </p:txBody>
      </p:sp>
      <p:sp>
        <p:nvSpPr>
          <p:cNvPr id="39" name="c2 發送">
            <a:extLst xmlns:a="http://schemas.openxmlformats.org/drawingml/2006/main">
              <a:ext uri="{FF2B5EF4-FFF2-40B4-BE49-F238E27FC236}">
                <a16:creationId xmlns:a16="http://schemas.microsoft.com/office/drawing/2014/main" id="{0713D5B6-E56F-481B-9C6F-0E0D0ED6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c2 發送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CD4D9D5D-731A-42B6-87CA-FB48142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746145E-D1C8-4127-BCBD-221E49EC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D 接收">
            <a:extLst xmlns:a="http://schemas.openxmlformats.org/drawingml/2006/main">
              <a:ext uri="{FF2B5EF4-FFF2-40B4-BE49-F238E27FC236}">
                <a16:creationId xmlns:a16="http://schemas.microsoft.com/office/drawing/2014/main" id="{21097CF2-F545-45E0-B494-8927262A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19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70060079-68BF-4940-96A1-F5873E6C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98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1F5BE1C-02CB-4F88-8629-CE245A25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5050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2D8CA3C6-985E-4B9B-A19D-8B37A5C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4003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c5 發送">
            <a:extLst xmlns:a="http://schemas.openxmlformats.org/drawingml/2006/main">
              <a:ext uri="{FF2B5EF4-FFF2-40B4-BE49-F238E27FC236}">
                <a16:creationId xmlns:a16="http://schemas.microsoft.com/office/drawing/2014/main" id="{7AD396D3-A4C2-4AC8-8C39-D3044AB3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76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c5 發送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E305F429-278B-4188-B6D7-4715D475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CE09A77-9466-4830-B3F0-E725057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622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D 接收">
            <a:extLst xmlns:a="http://schemas.openxmlformats.org/drawingml/2006/main">
              <a:ext uri="{FF2B5EF4-FFF2-40B4-BE49-F238E27FC236}">
                <a16:creationId xmlns:a16="http://schemas.microsoft.com/office/drawing/2014/main" id="{2B221F65-EB3E-4E83-AFD9-D48A83E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333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D 接收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96D77967-E0B5-455F-886B-285DD770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284180E7-ED4F-4823-86C3-EAE86A8A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34194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902BDCB-9955-4DA3-BE5D-95465D0D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147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3A8DB5A-20C4-4BDD-9592-A9A1FAE7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ABEE3EA-C3CF-4AAD-A337-43584AF8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6">
            <a:extLst xmlns:a="http://schemas.openxmlformats.org/drawingml/2006/main">
              <a:ext uri="{FF2B5EF4-FFF2-40B4-BE49-F238E27FC236}">
                <a16:creationId xmlns:a16="http://schemas.microsoft.com/office/drawing/2014/main" id="{DBF23DF7-2425-41F5-83AE-E8FA971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24C2E47-7350-43F8-9B1C-95D0F442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8">
            <a:extLst xmlns:a="http://schemas.openxmlformats.org/drawingml/2006/main">
              <a:ext uri="{FF2B5EF4-FFF2-40B4-BE49-F238E27FC236}">
                <a16:creationId xmlns:a16="http://schemas.microsoft.com/office/drawing/2014/main" id="{7CF60D0E-235E-4325-97F9-AC44CD26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D5B983EC-D4F1-446E-9D7F-8D53D10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0">
            <a:extLst xmlns:a="http://schemas.openxmlformats.org/drawingml/2006/main">
              <a:ext uri="{FF2B5EF4-FFF2-40B4-BE49-F238E27FC236}">
                <a16:creationId xmlns:a16="http://schemas.microsoft.com/office/drawing/2014/main" id="{763F1B5F-E00B-4EF4-B822-E3B2DC44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3A4320CF-16A4-4AC3-A9BE-C26C9049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9052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1" name="12">
            <a:extLst xmlns:a="http://schemas.openxmlformats.org/drawingml/2006/main">
              <a:ext uri="{FF2B5EF4-FFF2-40B4-BE49-F238E27FC236}">
                <a16:creationId xmlns:a16="http://schemas.microsoft.com/office/drawing/2014/main" id="{69771F6E-FB9F-4CCA-83A9-A0119860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9909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2" name="秒">
            <a:extLst xmlns:a="http://schemas.openxmlformats.org/drawingml/2006/main">
              <a:ext uri="{FF2B5EF4-FFF2-40B4-BE49-F238E27FC236}">
                <a16:creationId xmlns:a16="http://schemas.microsoft.com/office/drawing/2014/main" id="{92DA8E67-2A3D-4D4B-938A-BC7DBF7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9814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3" name="L₂：D,8　　L₃：D,12">
            <a:extLst xmlns:a="http://schemas.openxmlformats.org/drawingml/2006/main">
              <a:ext uri="{FF2B5EF4-FFF2-40B4-BE49-F238E27FC236}">
                <a16:creationId xmlns:a16="http://schemas.microsoft.com/office/drawing/2014/main" id="{5CB35870-9278-4CF1-AFCE-CC4B077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L₂：D,8　　L₃：D,12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ADB4EBF7-62DE-4E2C-9D64-B3DD322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3)] → 取出 L₁">
            <a:extLst xmlns:a="http://schemas.openxmlformats.org/drawingml/2006/main">
              <a:ext uri="{FF2B5EF4-FFF2-40B4-BE49-F238E27FC236}">
                <a16:creationId xmlns:a16="http://schemas.microsoft.com/office/drawing/2014/main" id="{A04BD787-9903-47C6-8EE0-4CCAE972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[L₁(c1,3,2,L₀)] → 取出 L₁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30F3F57D-F6E3-4CE7-8E04-74E5DC8E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83F03CA5-8466-4C9C-83F7-9EEA920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CDF2CB24-D839-47FE-94E3-776941F3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65FB0235-B231-4C95-85EA-EF715733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3F16BC1F-B38A-4881-BA85-886D3110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EF96E82-DB33-49CB-879D-2AAE21D6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E2DAFA69-0CB7-404A-AD10-B261FA5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04992C6F-EA04-49F4-913B-574E6DCB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6595D82A-0C6A-4E76-BD04-F659EA5E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DB333FF3-3F86-4EAF-BBFE-C964D33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1AA6DBC7-2DD5-45FF-BBAE-9D193A0E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04B5D679-7862-44DB-910B-A06B548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05032842-8DFF-4B4A-8C7E-037227ED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34838190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04　第一包：選路並預約 Buffer">
            <a:extLst xmlns:a="http://schemas.openxmlformats.org/drawingml/2006/main">
              <a:ext uri="{FF2B5EF4-FFF2-40B4-BE49-F238E27FC236}">
                <a16:creationId xmlns:a16="http://schemas.microsoft.com/office/drawing/2014/main" id="{D613585F-4211-49CD-99FE-FF2C83E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04　第一包：選路並預約 Buffer</a:t>
            </a:r>
          </a:p>
        </p:txBody>
      </p:sp>
      <p:sp>
        <p:nvSpPr>
          <p:cNvPr id="2" name="5">
            <a:extLst xmlns:a="http://schemas.openxmlformats.org/drawingml/2006/main">
              <a:ext uri="{FF2B5EF4-FFF2-40B4-BE49-F238E27FC236}">
                <a16:creationId xmlns:a16="http://schemas.microsoft.com/office/drawing/2014/main" id="{632BA1A0-9A4C-45B2-BC0C-EBB7BE1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3" name="取出 L₂，選定 c1→c2；R[c1]、R[c2] 扣為 0。">
            <a:extLst xmlns:a="http://schemas.openxmlformats.org/drawingml/2006/main">
              <a:ext uri="{FF2B5EF4-FFF2-40B4-BE49-F238E27FC236}">
                <a16:creationId xmlns:a16="http://schemas.microsoft.com/office/drawing/2014/main" id="{CFBE9668-C1A1-49FC-BD91-7DE1B419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L₂，選定 c1→c2；R[c1]、R[c2] 扣為 0。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A0BE484-F057-4DC9-9FD3-D1539AC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121AB95C-856D-44E0-97F7-C3172C2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FDA6B79-32EE-45F4-9E89-2AB8180F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F6E07B5-C621-4142-9464-CD58F889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BC4A585-67E4-4EA0-ADC4-327470D0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3E360D6-C3C4-4073-A3A4-A69FEF4E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F03B5975-BE73-4419-BE3C-5676CEDD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646E192-5638-45DE-8AF7-A1D5CE4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5D81256-D313-4902-B4EB-1E52794F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8C68B1DE-D5B7-41A0-AFE4-72210C5A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A2BF2525-940E-46AD-883E-68894BE7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66623040-48B3-46D4-A070-77EF2476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634F240-1ACC-4258-8A51-34A0E97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75B5D12D-4C74-4000-81C4-9826F58F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092A89AA-75FE-4508-AB85-D40B0D72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81B79764-0DA0-43C0-888E-D0DF341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B24AD716-D724-4DA5-B110-AC99271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C0844776-8896-460B-9380-D5140351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D28AE05F-2BC0-447A-9E47-8B64004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5227D34-469F-44BE-A97A-05D7AE9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37DFB92E-16C8-4FD2-9D2A-4E0C3CD4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F9AF385B-6B14-4B47-BD7A-D32CF6C3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D4B8A3ED-DEA4-40E9-8D3E-B792424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97C5E063-1088-474E-9810-A5007A0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68D6E8D-29DD-46A9-9324-6415C88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324ED376-9BB9-4A3E-99C1-E4E65164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E259568D-601A-449B-8206-B3F64E9B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F57BD90C-97B8-45D7-AD4F-589D9C0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B26A82D-8594-4883-85C6-36555BC7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476DAE7-322E-4490-8D4E-04FE5A9D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A855AEC4-E2AA-4367-9CD8-5EEFA0B2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41DE7549-8722-4F18-82E5-AA24115F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292A7F6-4893-4F70-84DE-4DF4A7B7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F47481C5-6ABA-43A3-890D-EED1254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手繪多邊形: 圖案 37">
            <a:extLst xmlns:a="http://schemas.openxmlformats.org/drawingml/2006/main">
              <a:ext uri="{FF2B5EF4-FFF2-40B4-BE49-F238E27FC236}">
                <a16:creationId xmlns:a16="http://schemas.microsoft.com/office/drawing/2014/main" id="{32C1ABA8-4683-4E2A-A5BA-0CD246A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39" name="0">
            <a:extLst xmlns:a="http://schemas.openxmlformats.org/drawingml/2006/main">
              <a:ext uri="{FF2B5EF4-FFF2-40B4-BE49-F238E27FC236}">
                <a16:creationId xmlns:a16="http://schemas.microsoft.com/office/drawing/2014/main" id="{2ED7CF81-A157-4757-8442-61B8B9C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0" name="4">
            <a:extLst xmlns:a="http://schemas.openxmlformats.org/drawingml/2006/main">
              <a:ext uri="{FF2B5EF4-FFF2-40B4-BE49-F238E27FC236}">
                <a16:creationId xmlns:a16="http://schemas.microsoft.com/office/drawing/2014/main" id="{3FA8B245-69B5-4B93-B05B-B9D8FBDA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C471C021-24C4-4EEB-B808-000D1808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D79C4798-3439-4FD1-856F-121E2BCF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3" name="上限 4">
            <a:extLst xmlns:a="http://schemas.openxmlformats.org/drawingml/2006/main">
              <a:ext uri="{FF2B5EF4-FFF2-40B4-BE49-F238E27FC236}">
                <a16:creationId xmlns:a16="http://schemas.microsoft.com/office/drawing/2014/main" id="{7FE734A0-CBA3-4B70-853C-C6F99308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0CF72D35-975D-444C-8980-8048476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5" name="0">
            <a:extLst xmlns:a="http://schemas.openxmlformats.org/drawingml/2006/main">
              <a:ext uri="{FF2B5EF4-FFF2-40B4-BE49-F238E27FC236}">
                <a16:creationId xmlns:a16="http://schemas.microsoft.com/office/drawing/2014/main" id="{37020450-290A-40BD-A438-57FD0E56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6048B17E-0E96-4DD5-8836-CF8C0BF1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2">
            <a:extLst xmlns:a="http://schemas.openxmlformats.org/drawingml/2006/main">
              <a:ext uri="{FF2B5EF4-FFF2-40B4-BE49-F238E27FC236}">
                <a16:creationId xmlns:a16="http://schemas.microsoft.com/office/drawing/2014/main" id="{F1CEB3AE-23F4-4E4E-969B-BE16BDF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DAA8BEE-1F28-4374-A9BC-569309A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4">
            <a:extLst xmlns:a="http://schemas.openxmlformats.org/drawingml/2006/main">
              <a:ext uri="{FF2B5EF4-FFF2-40B4-BE49-F238E27FC236}">
                <a16:creationId xmlns:a16="http://schemas.microsoft.com/office/drawing/2014/main" id="{B1F18F33-402C-48FA-8B1C-5BADD59D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8ABB08-FE00-4E68-9D13-29DDA8A0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6">
            <a:extLst xmlns:a="http://schemas.openxmlformats.org/drawingml/2006/main">
              <a:ext uri="{FF2B5EF4-FFF2-40B4-BE49-F238E27FC236}">
                <a16:creationId xmlns:a16="http://schemas.microsoft.com/office/drawing/2014/main" id="{CC024F2B-211B-4327-A5B1-503520D5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9E10B54C-772C-45FB-8E5D-D5FCA8B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8">
            <a:extLst xmlns:a="http://schemas.openxmlformats.org/drawingml/2006/main">
              <a:ext uri="{FF2B5EF4-FFF2-40B4-BE49-F238E27FC236}">
                <a16:creationId xmlns:a16="http://schemas.microsoft.com/office/drawing/2014/main" id="{3611B350-3626-4E7E-8EDC-72406DA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ED94C0-9BE0-416E-A0F0-D2433C9F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10">
            <a:extLst xmlns:a="http://schemas.openxmlformats.org/drawingml/2006/main">
              <a:ext uri="{FF2B5EF4-FFF2-40B4-BE49-F238E27FC236}">
                <a16:creationId xmlns:a16="http://schemas.microsoft.com/office/drawing/2014/main" id="{DE2C1F0F-E3C0-4EEB-9566-F0EE3E85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6A1B68CA-6581-4AC2-A949-72F477A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2">
            <a:extLst xmlns:a="http://schemas.openxmlformats.org/drawingml/2006/main">
              <a:ext uri="{FF2B5EF4-FFF2-40B4-BE49-F238E27FC236}">
                <a16:creationId xmlns:a16="http://schemas.microsoft.com/office/drawing/2014/main" id="{FC5C8AB8-4A11-4E8E-B65C-610CBAA2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328A1436-3C97-4744-A8FD-C07F5811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9" name="秒">
            <a:extLst xmlns:a="http://schemas.openxmlformats.org/drawingml/2006/main">
              <a:ext uri="{FF2B5EF4-FFF2-40B4-BE49-F238E27FC236}">
                <a16:creationId xmlns:a16="http://schemas.microsoft.com/office/drawing/2014/main" id="{0C47CF89-31DB-445F-8CA3-6C5D9EBF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0" name="B：橘線是第一包已預約占用">
            <a:extLst xmlns:a="http://schemas.openxmlformats.org/drawingml/2006/main">
              <a:ext uri="{FF2B5EF4-FFF2-40B4-BE49-F238E27FC236}">
                <a16:creationId xmlns:a16="http://schemas.microsoft.com/office/drawing/2014/main" id="{978E0A14-A242-4530-A189-7F7A5A6A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B：橘線是第一包已預約占用</a:t>
            </a:r>
          </a:p>
        </p:txBody>
      </p:sp>
      <p:sp>
        <p:nvSpPr>
          <p:cNvPr id="61" name="接收 ↗　等待 ─　發送 ↘">
            <a:extLst xmlns:a="http://schemas.openxmlformats.org/drawingml/2006/main">
              <a:ext uri="{FF2B5EF4-FFF2-40B4-BE49-F238E27FC236}">
                <a16:creationId xmlns:a16="http://schemas.microsoft.com/office/drawing/2014/main" id="{26BD3348-638D-4EA4-ABCE-420A1513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10050"/>
            <a:ext cx="4381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接收 ↗　等待 ─　發送 ↘</a:t>
            </a:r>
          </a:p>
        </p:txBody>
      </p:sp>
      <p:sp>
        <p:nvSpPr>
          <p:cNvPr id="62" name="Q 原本">
            <a:extLst xmlns:a="http://schemas.openxmlformats.org/drawingml/2006/main">
              <a:ext uri="{FF2B5EF4-FFF2-40B4-BE49-F238E27FC236}">
                <a16:creationId xmlns:a16="http://schemas.microsoft.com/office/drawing/2014/main" id="{2FF29449-3B12-4BD8-885C-B561F8A5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3" name="[L₂(D,8), L₃(D,12)]">
            <a:extLst xmlns:a="http://schemas.openxmlformats.org/drawingml/2006/main">
              <a:ext uri="{FF2B5EF4-FFF2-40B4-BE49-F238E27FC236}">
                <a16:creationId xmlns:a16="http://schemas.microsoft.com/office/drawing/2014/main" id="{F5F1A8AA-8CAD-4B6B-AD77-600C0263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[L₂(c2,8,6,L₁), L₃(c5,12,10,L₁)]</a:t>
            </a:r>
          </a:p>
        </p:txBody>
      </p:sp>
      <p:sp>
        <p:nvSpPr>
          <p:cNvPr id="64" name="手繪多邊形: 圖案 63">
            <a:extLst xmlns:a="http://schemas.openxmlformats.org/drawingml/2006/main">
              <a:ext uri="{FF2B5EF4-FFF2-40B4-BE49-F238E27FC236}">
                <a16:creationId xmlns:a16="http://schemas.microsoft.com/office/drawing/2014/main" id="{AF4EB2A0-8D22-4205-A4CA-31969AD8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A851A51B-DFEB-4482-A8EA-0BA9C5BA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Q 更新">
            <a:extLst xmlns:a="http://schemas.openxmlformats.org/drawingml/2006/main">
              <a:ext uri="{FF2B5EF4-FFF2-40B4-BE49-F238E27FC236}">
                <a16:creationId xmlns:a16="http://schemas.microsoft.com/office/drawing/2014/main" id="{E35BDCA7-3B94-48B0-BA85-A3621147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7" name="取出 L₂(D,8) → 第一包結束">
            <a:extLst xmlns:a="http://schemas.openxmlformats.org/drawingml/2006/main">
              <a:ext uri="{FF2B5EF4-FFF2-40B4-BE49-F238E27FC236}">
                <a16:creationId xmlns:a16="http://schemas.microsoft.com/office/drawing/2014/main" id="{9AD4E3BC-F681-4228-A266-88F5BC8F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L₂(c2,8,6,L₁) → 第一包結束</a:t>
            </a: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CB2FE05-4CB1-4412-984A-C0B26C3D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EB07CB91-90C0-441B-8C73-694CC487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85B2522-6376-4C4D-A195-9AD44042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4C0B9132-656E-4037-987F-6A4A0067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9951574-1F93-4852-8043-254742A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A587A928-8BEA-4F23-A6F3-FCB1F3B3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EA7C5DD0-B379-418F-A307-8A587A9A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90CA67BA-B459-45FD-956D-3C015BE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7">
            <a:extLst xmlns:a="http://schemas.openxmlformats.org/drawingml/2006/main">
              <a:ext uri="{FF2B5EF4-FFF2-40B4-BE49-F238E27FC236}">
                <a16:creationId xmlns:a16="http://schemas.microsoft.com/office/drawing/2014/main" id="{37C91EAB-F9A6-46A6-BCB7-834FB83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9088991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05　第二包：先試 c3，早到 B">
            <a:extLst xmlns:a="http://schemas.openxmlformats.org/drawingml/2006/main">
              <a:ext uri="{FF2B5EF4-FFF2-40B4-BE49-F238E27FC236}">
                <a16:creationId xmlns:a16="http://schemas.microsoft.com/office/drawing/2014/main" id="{32C21895-0377-4A2A-AD86-151E3564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05　第二包：先試 c3，早到 B</a:t>
            </a:r>
          </a:p>
        </p:txBody>
      </p:sp>
      <p:sp>
        <p:nvSpPr>
          <p:cNvPr id="2" name="6">
            <a:extLst xmlns:a="http://schemas.openxmlformats.org/drawingml/2006/main">
              <a:ext uri="{FF2B5EF4-FFF2-40B4-BE49-F238E27FC236}">
                <a16:creationId xmlns:a16="http://schemas.microsoft.com/office/drawing/2014/main" id="{6FD4E901-907E-4F76-861E-C9206D37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3" name="1～2 秒接收可行，因此保留 L₁；能否繼續等待，要下一跳才檢查">
            <a:extLst xmlns:a="http://schemas.openxmlformats.org/drawingml/2006/main">
              <a:ext uri="{FF2B5EF4-FFF2-40B4-BE49-F238E27FC236}">
                <a16:creationId xmlns:a16="http://schemas.microsoft.com/office/drawing/2014/main" id="{404431C4-D911-40BC-91A0-623D191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1～2 秒接收可行，因此保留 L₁；能否繼續等待，要下一跳才檢查。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B84269ED-F68D-4E8B-8B5E-0285780D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51789BD7-EB36-4B7B-9350-9FC01AEB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8E906CA-0058-4565-89FE-21894D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374829FF-1934-48C2-BD07-0672DE9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76F7A6CF-7D72-48AD-8244-517FD6BF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C8B54772-4264-4465-8302-A62A129C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A502A5BD-3843-46CE-99FD-96C6B13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FC92B5C2-0FD1-4B95-9AC6-C3C57432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52BA432-22BA-49DF-A22D-1D86ADF4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15B7E7C-9EFC-4775-BB64-CD1497D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DCD71C5-8B42-4C48-B1BA-8D01E495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CE335239-A268-4013-83D9-F47E6DD6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AD877720-ABBF-4511-8E36-5D2E1E3F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CDC3BE42-5890-4912-ACA4-0404AA65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C6C16F7-6CEC-4051-AFC2-E55EBBBF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7F949A36-C4F0-4E82-9799-20DD7C44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4AD54E01-3126-4E8B-B873-DC48E4D2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328B95F-5143-4544-96C3-54AC7DE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D9EB0E8-EDA0-4965-8C6A-A92346F9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48E0AF5-471A-447E-B465-8A694593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61D741A6-D1DB-446C-8516-B880C22A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F0748F4-4A4B-4C50-B7F8-A74FCC6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CB3B93D-1349-4F2E-917E-BAE6FD95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BAF62AF-A963-430A-8EAD-1940B57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10BB828E-EBB7-4ABD-A359-DBF0DF0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6160D167-435F-4692-BB32-9F1C1D07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75DF2BE-CBC4-4E2D-B512-594A96F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BEDB371-65D8-4F42-837E-FFDEA827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F2EA964-C43B-4C76-97AA-E70FF468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9E01F0FF-9E47-48AC-BBBE-3BD89852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E66DAD4-1D3D-4039-8012-DBCC489C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622A4247-93D4-4B75-89AA-29FA6E5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5542F9E4-3DA4-4E65-B5C5-077BA23D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D935473-193A-4A64-A783-70B66EA3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B 在第 2 秒剛好收到整包">
            <a:extLst xmlns:a="http://schemas.openxmlformats.org/drawingml/2006/main">
              <a:ext uri="{FF2B5EF4-FFF2-40B4-BE49-F238E27FC236}">
                <a16:creationId xmlns:a16="http://schemas.microsoft.com/office/drawing/2014/main" id="{A2F21305-BA50-4907-802C-BB3E0AB1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在第 2 秒剛好收到整包</a:t>
            </a:r>
          </a:p>
        </p:txBody>
      </p:sp>
      <p:sp>
        <p:nvSpPr>
          <p:cNvPr id="39" name="第二包接收">
            <a:extLst xmlns:a="http://schemas.openxmlformats.org/drawingml/2006/main">
              <a:ext uri="{FF2B5EF4-FFF2-40B4-BE49-F238E27FC236}">
                <a16:creationId xmlns:a16="http://schemas.microsoft.com/office/drawing/2014/main" id="{4DBC8948-5ECD-4ECF-8790-E241E16A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第二包接收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BFC2741F-5E8F-4BB3-97DB-7CB807DE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2A002A5-2109-4712-9037-EEDD2E0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04787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2529FD7D-68EC-4279-9DD0-4D558ADA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19431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第一包接收">
            <a:extLst xmlns:a="http://schemas.openxmlformats.org/drawingml/2006/main">
              <a:ext uri="{FF2B5EF4-FFF2-40B4-BE49-F238E27FC236}">
                <a16:creationId xmlns:a16="http://schemas.microsoft.com/office/drawing/2014/main" id="{387410C0-9984-4CF2-97CD-34E6E5AE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第一包接收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E8C036D0-63E5-46AE-AB18-017940A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363717F-FF1E-40F6-97C6-2AD11149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2600325"/>
            <a:ext cx="63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6" name="第一包等待">
            <a:extLst xmlns:a="http://schemas.openxmlformats.org/drawingml/2006/main">
              <a:ext uri="{FF2B5EF4-FFF2-40B4-BE49-F238E27FC236}">
                <a16:creationId xmlns:a16="http://schemas.microsoft.com/office/drawing/2014/main" id="{2B634D72-0553-47E8-891D-ECA5C86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第一包等待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7DC29437-2A66-4C72-A170-66C7DC6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D4356D8-42D1-4E10-8FFB-2615D51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6913"/>
          </a:solidFill>
          <a:ln xmlns:a="http://schemas.openxmlformats.org/drawingml/2006/main" w="14288">
            <a:solidFill>
              <a:srgbClr val="C06913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02B342D-D22D-4FCE-9CC3-C0538DC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0209D051-0637-4582-8F46-F93925ED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0">
            <a:extLst xmlns:a="http://schemas.openxmlformats.org/drawingml/2006/main">
              <a:ext uri="{FF2B5EF4-FFF2-40B4-BE49-F238E27FC236}">
                <a16:creationId xmlns:a16="http://schemas.microsoft.com/office/drawing/2014/main" id="{ED629432-0CFA-46A8-97D4-A9F9072D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E143C4C-DFD0-45A5-9AF3-0503865C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2">
            <a:extLst xmlns:a="http://schemas.openxmlformats.org/drawingml/2006/main">
              <a:ext uri="{FF2B5EF4-FFF2-40B4-BE49-F238E27FC236}">
                <a16:creationId xmlns:a16="http://schemas.microsoft.com/office/drawing/2014/main" id="{82EFDBB3-D751-489F-AA09-F6AB1F8A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0BEB750D-AA6F-4DE7-909E-7FECB578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BA3699C4-6AD9-436E-84C8-889F55B9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7E18D786-1B95-4AEF-9205-A57F17A0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6">
            <a:extLst xmlns:a="http://schemas.openxmlformats.org/drawingml/2006/main">
              <a:ext uri="{FF2B5EF4-FFF2-40B4-BE49-F238E27FC236}">
                <a16:creationId xmlns:a16="http://schemas.microsoft.com/office/drawing/2014/main" id="{795457AA-9C33-4A7E-8C85-7750EAC7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8" name="秒">
            <a:extLst xmlns:a="http://schemas.openxmlformats.org/drawingml/2006/main">
              <a:ext uri="{FF2B5EF4-FFF2-40B4-BE49-F238E27FC236}">
                <a16:creationId xmlns:a16="http://schemas.microsoft.com/office/drawing/2014/main" id="{6E702950-69BC-44F0-B48C-EDC8429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9" name="L₁ = (B, 2, {c3:4})">
            <a:extLst xmlns:a="http://schemas.openxmlformats.org/drawingml/2006/main">
              <a:ext uri="{FF2B5EF4-FFF2-40B4-BE49-F238E27FC236}">
                <a16:creationId xmlns:a16="http://schemas.microsoft.com/office/drawing/2014/main" id="{F5B28C1C-2E21-4E7F-8DA6-89DB947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L₁ = (c3, 2, 1, L₀)</a:t>
            </a:r>
          </a:p>
        </p:txBody>
      </p:sp>
      <p:sp>
        <p:nvSpPr>
          <p:cNvPr id="60" name="Q 原本">
            <a:extLst xmlns:a="http://schemas.openxmlformats.org/drawingml/2006/main">
              <a:ext uri="{FF2B5EF4-FFF2-40B4-BE49-F238E27FC236}">
                <a16:creationId xmlns:a16="http://schemas.microsoft.com/office/drawing/2014/main" id="{9C099732-2BC7-4EBB-816B-A37E98A2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1" name="[L₀(A,1)] → 取出 L₀">
            <a:extLst xmlns:a="http://schemas.openxmlformats.org/drawingml/2006/main">
              <a:ext uri="{FF2B5EF4-FFF2-40B4-BE49-F238E27FC236}">
                <a16:creationId xmlns:a16="http://schemas.microsoft.com/office/drawing/2014/main" id="{40895BB7-27EA-4947-AD36-CBC4B538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[L₀(c₀,1,—,∅)] → 取出 L₀</a:t>
            </a:r>
          </a:p>
        </p:txBody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7A7DE1C8-0980-4C1D-AA30-257380B2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3" name="手繪多邊形: 圖案 62">
            <a:extLst xmlns:a="http://schemas.openxmlformats.org/drawingml/2006/main">
              <a:ext uri="{FF2B5EF4-FFF2-40B4-BE49-F238E27FC236}">
                <a16:creationId xmlns:a16="http://schemas.microsoft.com/office/drawing/2014/main" id="{70BD0359-3AAA-43F6-AD59-358551C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4" name="Q 更新">
            <a:extLst xmlns:a="http://schemas.openxmlformats.org/drawingml/2006/main">
              <a:ext uri="{FF2B5EF4-FFF2-40B4-BE49-F238E27FC236}">
                <a16:creationId xmlns:a16="http://schemas.microsoft.com/office/drawing/2014/main" id="{ECE18C38-88F9-4EB1-8BF6-481DE184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5" name="[L₁(B,2)]">
            <a:extLst xmlns:a="http://schemas.openxmlformats.org/drawingml/2006/main">
              <a:ext uri="{FF2B5EF4-FFF2-40B4-BE49-F238E27FC236}">
                <a16:creationId xmlns:a16="http://schemas.microsoft.com/office/drawing/2014/main" id="{E14F7536-3F7E-4B91-A017-6A87BF1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ECE5B1B7-AE61-4D6E-89C4-91D94521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8D515379-491E-4E8D-87D4-86682928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55474463-A411-4B30-B970-C54B185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75164BA5-9E8F-4038-B86D-DB1012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5B661736-839F-40FE-BE6E-555E09EE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6CA437B4-F5A2-4B8C-AA37-22CA947F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B255F75A-B562-4BD3-BF8B-6C71098E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891802C-7ABF-4254-977A-6D567E3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7">
            <a:extLst xmlns:a="http://schemas.openxmlformats.org/drawingml/2006/main">
              <a:ext uri="{FF2B5EF4-FFF2-40B4-BE49-F238E27FC236}">
                <a16:creationId xmlns:a16="http://schemas.microsoft.com/office/drawing/2014/main" id="{8C8B8057-D7BA-4727-B451-02C2DAAB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7927982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06　第二包：c4 可以晚一點出發">
            <a:extLst xmlns:a="http://schemas.openxmlformats.org/drawingml/2006/main">
              <a:ext uri="{FF2B5EF4-FFF2-40B4-BE49-F238E27FC236}">
                <a16:creationId xmlns:a16="http://schemas.microsoft.com/office/drawing/2014/main" id="{E05FC620-0725-4CA2-9A45-1A61DCFC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06　第二包：c4 可以晚一點出發</a:t>
            </a:r>
          </a:p>
        </p:txBody>
      </p:sp>
      <p:sp>
        <p:nvSpPr>
          <p:cNvPr id="2" name="7">
            <a:extLst xmlns:a="http://schemas.openxmlformats.org/drawingml/2006/main">
              <a:ext uri="{FF2B5EF4-FFF2-40B4-BE49-F238E27FC236}">
                <a16:creationId xmlns:a16="http://schemas.microsoft.com/office/drawing/2014/main" id="{19D433A9-17F8-450C-B703-07AD9B8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11</a:t>
            </a:r>
          </a:p>
        </p:txBody>
      </p:sp>
      <p:sp>
        <p:nvSpPr>
          <p:cNvPr id="3" name="c4 的窗口為 7～9 秒，整包需 1 秒，所以起始時間只有 7">
            <a:extLst xmlns:a="http://schemas.openxmlformats.org/drawingml/2006/main">
              <a:ext uri="{FF2B5EF4-FFF2-40B4-BE49-F238E27FC236}">
                <a16:creationId xmlns:a16="http://schemas.microsoft.com/office/drawing/2014/main" id="{153412B1-F4E7-4914-B5CE-B64A5FB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Δ=1 秒；c4 在 7～9 秒可發送，格點起始時間為 7 或 8。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F33E790-6E8A-4FCA-B541-128DB597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45B80B67-06EC-4616-86B5-B664BEE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1AAAE22A-AE1C-4B14-8F53-06C2862D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8DAFD26-6057-472E-9DCB-1CF6CBE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00BEEDB-DA0D-49C9-8177-02C3AC1D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86116AA8-4BF0-409E-82EC-CF1D583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8CF18DC8-1315-44C0-9460-934102CE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C87DCC0-E121-4B4D-91F5-70B5970E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BA8FCD4-4320-458F-84B6-F73744FB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EAFA6B46-A848-4972-B4DF-DE9965D3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7380A76-372D-4BC5-88CB-D01B7CA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E2E7CB96-5DEF-4F00-92A0-B2012EDC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624C2CF-1DB7-4B17-9BC1-AB1FA9D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85ADE627-11F5-400B-B09B-826B87EE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D5EA88-A1C5-45AD-B960-3087B364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A0AA6BA4-B0A5-4D4F-B643-E0127008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135D8761-9A47-474E-84F7-F3DC1072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60C7E713-6BFB-4A05-9B50-293F2BDE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770125E-8638-41E4-94CB-D80AD18E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4D1EFF14-E4B5-4124-8DDF-C903195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2EC13233-7A54-41B6-A921-91C816F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BAD74B4E-25A9-49BF-9BF8-4748B8B3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F2DE4FF0-FE98-48D5-B41F-2C441B3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FD10C5FE-9DAA-4B45-B700-7F76DC0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CD0C6B7E-1359-438C-B142-A919268E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7B30FFFF-C7C9-4E35-AD28-8F23ED1C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59E19A19-B6FA-4282-84C6-F8F99B0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10B240B-DB40-49E0-B9AD-1B31BBE9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1F4765EC-01B2-48BC-B5BC-1AA2629E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E3250E1B-D55A-4119-8ECA-D75D78EB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8D57A3D9-2188-49D3-8E72-50F6B46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13803B5-CAB0-4096-8081-AC6D9F4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FA7A6FE5-A0FD-451E-8BCC-0E9CB7B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729A7B02-6E64-4722-B6A0-BEC316C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同一條 c4，兩個發送選擇">
            <a:extLst xmlns:a="http://schemas.openxmlformats.org/drawingml/2006/main">
              <a:ext uri="{FF2B5EF4-FFF2-40B4-BE49-F238E27FC236}">
                <a16:creationId xmlns:a16="http://schemas.microsoft.com/office/drawing/2014/main" id="{A830BCF3-5371-4852-A713-4CE62C30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238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同一條 c4，兩個發送選擇</a:t>
            </a:r>
          </a:p>
        </p:txBody>
      </p:sp>
      <p:sp>
        <p:nvSpPr>
          <p:cNvPr id="39" name="c4 窗口">
            <a:extLst xmlns:a="http://schemas.openxmlformats.org/drawingml/2006/main">
              <a:ext uri="{FF2B5EF4-FFF2-40B4-BE49-F238E27FC236}">
                <a16:creationId xmlns:a16="http://schemas.microsoft.com/office/drawing/2014/main" id="{D052BE38-2241-4D42-AEF5-E983FE5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c4 窗口</a:t>
            </a:r>
          </a:p>
        </p:txBody>
      </p:sp>
      <p:sp>
        <p:nvSpPr>
          <p:cNvPr id="40" name="手繪多邊形: 圖案 39">
            <a:extLst xmlns:a="http://schemas.openxmlformats.org/drawingml/2006/main">
              <a:ext uri="{FF2B5EF4-FFF2-40B4-BE49-F238E27FC236}">
                <a16:creationId xmlns:a16="http://schemas.microsoft.com/office/drawing/2014/main" id="{88101D12-A911-4FF1-BE60-950EDD2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C120D5AB-84B7-45AB-B03D-E0C715E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2" name="選 s=7">
            <a:extLst xmlns:a="http://schemas.openxmlformats.org/drawingml/2006/main">
              <a:ext uri="{FF2B5EF4-FFF2-40B4-BE49-F238E27FC236}">
                <a16:creationId xmlns:a16="http://schemas.microsoft.com/office/drawing/2014/main" id="{8322792D-ED22-48B3-A41B-2DA6CAD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s=7</a:t>
            </a:r>
          </a:p>
        </p:txBody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3318D09D-78E2-4AC4-BCD0-D3C6A8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AF6BD5CB-9321-4866-B73B-FC833534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03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9F0BDD52-D02B-49FB-94BF-473169D5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6" name="選 s=8">
            <a:extLst xmlns:a="http://schemas.openxmlformats.org/drawingml/2006/main">
              <a:ext uri="{FF2B5EF4-FFF2-40B4-BE49-F238E27FC236}">
                <a16:creationId xmlns:a16="http://schemas.microsoft.com/office/drawing/2014/main" id="{5AFF8C70-CC83-499E-8E38-680F9301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選 s=8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29058A65-8316-4B8B-8C17-65096B1A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808F10BE-8FDC-4AE0-8FD6-2B9FEF8B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0BBB1A70-AF5A-4959-BE75-86A9F6B7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6391F569-B683-4D01-B438-5606E509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BDBB2692-7017-4138-BFE9-61B2C1E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982E55B2-C51C-49F2-ADB5-BDA3FAB8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0342F2D7-6D4A-4D0A-9625-8CA086C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7">
            <a:extLst xmlns:a="http://schemas.openxmlformats.org/drawingml/2006/main">
              <a:ext uri="{FF2B5EF4-FFF2-40B4-BE49-F238E27FC236}">
                <a16:creationId xmlns:a16="http://schemas.microsoft.com/office/drawing/2014/main" id="{6E3BC2E1-3939-4AC0-8CA5-6C5D7615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7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6AD3A57B-0B8D-4382-86F5-AD9A6993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8">
            <a:extLst xmlns:a="http://schemas.openxmlformats.org/drawingml/2006/main">
              <a:ext uri="{FF2B5EF4-FFF2-40B4-BE49-F238E27FC236}">
                <a16:creationId xmlns:a16="http://schemas.microsoft.com/office/drawing/2014/main" id="{3114FB99-6549-42A3-8D76-D5A9BAF0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C1893D3-A373-4312-AE56-BD89E42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9">
            <a:extLst xmlns:a="http://schemas.openxmlformats.org/drawingml/2006/main">
              <a:ext uri="{FF2B5EF4-FFF2-40B4-BE49-F238E27FC236}">
                <a16:creationId xmlns:a16="http://schemas.microsoft.com/office/drawing/2014/main" id="{2A244C03-5CF7-4F3C-8F36-B68040B1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9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024A77D6-7409-4B72-99AA-1F51449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10">
            <a:extLst xmlns:a="http://schemas.openxmlformats.org/drawingml/2006/main">
              <a:ext uri="{FF2B5EF4-FFF2-40B4-BE49-F238E27FC236}">
                <a16:creationId xmlns:a16="http://schemas.microsoft.com/office/drawing/2014/main" id="{176B7692-54C5-44E4-A144-A3FBB5AB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68F88133-DA23-4682-B08C-D8AF84C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₂：B,8　　L₃：B,9（候選）">
            <a:extLst xmlns:a="http://schemas.openxmlformats.org/drawingml/2006/main">
              <a:ext uri="{FF2B5EF4-FFF2-40B4-BE49-F238E27FC236}">
                <a16:creationId xmlns:a16="http://schemas.microsoft.com/office/drawing/2014/main" id="{8CB56EE0-33C2-43BB-806D-D459BD0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L₂：B,8　　L₃：B,9（候選）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9D31C52F-7D79-4D66-BE9D-9FF6F13A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₁(B,2)]">
            <a:extLst xmlns:a="http://schemas.openxmlformats.org/drawingml/2006/main">
              <a:ext uri="{FF2B5EF4-FFF2-40B4-BE49-F238E27FC236}">
                <a16:creationId xmlns:a16="http://schemas.microsoft.com/office/drawing/2014/main" id="{F19ED264-E568-49C4-B151-E1B49963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4D5A64A-BADD-468F-B790-06053F38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67C0814D-3E07-48DE-A85F-DE0E1B33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CAD68F5F-AD77-47D3-912F-48376184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₁(B,2), L₂(B,8)]；L₃ 待比較">
            <a:extLst xmlns:a="http://schemas.openxmlformats.org/drawingml/2006/main">
              <a:ext uri="{FF2B5EF4-FFF2-40B4-BE49-F238E27FC236}">
                <a16:creationId xmlns:a16="http://schemas.microsoft.com/office/drawing/2014/main" id="{F3F40E6D-34C6-4217-A227-DAB96DA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L₂(c4,8,7,L₀)]；L₃ 待比較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CA74896D-BDC5-4CBE-BE43-F4F98F57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A10BA53B-B2AD-4629-97F6-CECACB20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ABB235CD-575E-44C8-B9C7-D6D63292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4CA9365B-9B2D-4FCA-B71D-2CD372E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429ECE8B-E9CE-47EC-BF26-FB23C635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44463BA9-9DE0-4008-8CB8-B23008E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5D9A36DA-61EC-417B-9C40-FE340C5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9238171C-CB84-4885-A0E7-2272156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86B20D56-32A1-48CE-9EE0-05051F17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036697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07　支配圖解：保留 L₂，刪除 L₃">
            <a:extLst xmlns:a="http://schemas.openxmlformats.org/drawingml/2006/main">
              <a:ext uri="{FF2B5EF4-FFF2-40B4-BE49-F238E27FC236}">
                <a16:creationId xmlns:a16="http://schemas.microsoft.com/office/drawing/2014/main" id="{D61ED70F-1443-4E24-AA47-A3BBCB2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07　支配圖解：保留 L₂，刪除 L₃</a:t>
            </a:r>
          </a:p>
        </p:txBody>
      </p:sp>
      <p:sp>
        <p:nvSpPr>
          <p:cNvPr id="2" name="8">
            <a:extLst xmlns:a="http://schemas.openxmlformats.org/drawingml/2006/main">
              <a:ext uri="{FF2B5EF4-FFF2-40B4-BE49-F238E27FC236}">
                <a16:creationId xmlns:a16="http://schemas.microsoft.com/office/drawing/2014/main" id="{D544718B-A117-4694-83A9-CB5915A4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3" name="L₂ 能等到第 9 秒，且 U₂=U₃，因此可以取代 L₃。">
            <a:extLst xmlns:a="http://schemas.openxmlformats.org/drawingml/2006/main">
              <a:ext uri="{FF2B5EF4-FFF2-40B4-BE49-F238E27FC236}">
                <a16:creationId xmlns:a16="http://schemas.microsoft.com/office/drawing/2014/main" id="{AFEA6227-0A7F-4D36-800F-BAB8C21F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 與 L₃ 有相同前驅與 contact，且 L₂ 能持有整包等到第 9 秒。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95EFDD8D-412E-4918-848B-8B512A2F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1C20920-5DC8-4550-A752-3EF22E23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0A6A3F27-24AF-44D4-AAE9-D873EDC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8DAE5E2C-156B-433F-B581-751FE5CC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FA540871-C4F0-46BE-89E3-6A7F219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56151C34-9887-4B90-AC31-7E48EFFD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76574BC-8824-4875-9223-651C5295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6C0F0C93-4673-4294-8F0A-0EF0C091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C9062C76-D6A5-414F-9DB1-C67E425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DE3007B2-BB5F-4EB7-A635-B7CAE25A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FACDC8EC-FDB5-43CB-B0DA-185F953A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3E38D82C-7AD2-4F52-A8D3-E846EA64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B2DBF9D9-DD87-48A2-98B8-87B73675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D735A489-3D22-4D4E-956A-BD3DDF9D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50A8F4C-4C9A-430E-A2B4-83271564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CD66471-B866-4CFA-85C5-B1954B27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DD892F1-4F69-4EFA-8791-59CD55348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A6D2A430-5BDA-4B6B-B433-883D2AF5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12671968-5FDA-4A94-A24A-1FDD007A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9A2456E1-F262-4269-A347-063ED196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E0D08150-9928-4E22-927B-4D1442E0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03041FB8-AD06-44DE-814B-AD2A9BEC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03E400B-AB1D-4296-BA08-B22746B4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E172CBC0-79D8-45CF-9E25-27B44CDC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AB166458-4328-404A-A637-2BAE5B1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6FB1689-58A1-4349-8900-B8E234A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AC002A5-9254-4294-BCDF-F169B55C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45D94C7-DF9A-44C7-83BC-149F1CE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4D7ED73C-1FE2-4070-A442-5DAEA15D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C928CCAF-1516-4C7C-8F1D-A3F31EA6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187EBCF-C313-40F5-A213-B320DB6D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8FE48EB9-FC9C-4E16-9C2E-03564FBA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F9E53CC-588D-43B9-9B62-543177AC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6952D139-2DA7-4D13-9D2E-F92543F2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0CC3728-37A2-46B7-A2A1-92B7A74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39" name="L₂：B,8">
            <a:extLst xmlns:a="http://schemas.openxmlformats.org/drawingml/2006/main">
              <a:ext uri="{FF2B5EF4-FFF2-40B4-BE49-F238E27FC236}">
                <a16:creationId xmlns:a16="http://schemas.microsoft.com/office/drawing/2014/main" id="{5C773199-8DCC-48E6-9DE0-882780E0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L₂：c4, A=8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39F5BB-4C0B-4E14-9C75-25C38C1D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809750"/>
            <a:ext cx="1714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41" name="L₃：B,9">
            <a:extLst xmlns:a="http://schemas.openxmlformats.org/drawingml/2006/main">
              <a:ext uri="{FF2B5EF4-FFF2-40B4-BE49-F238E27FC236}">
                <a16:creationId xmlns:a16="http://schemas.microsoft.com/office/drawing/2014/main" id="{8BBFA650-2FE1-4354-B5D5-AA81E4B1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85950"/>
            <a:ext cx="1600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L₃：c4, A=9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BDAAD4DB-582E-4803-9441-5593A0BB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14550"/>
            <a:ext cx="1238250" cy="9525"/>
          </a:xfrm>
          <a:custGeom xmlns:a="http://schemas.openxmlformats.org/drawingml/2006/main">
            <a:rect l="0" t="0" r="0" b="0"/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3" name="手繪多邊形: 圖案 42">
            <a:extLst xmlns:a="http://schemas.openxmlformats.org/drawingml/2006/main">
              <a:ext uri="{FF2B5EF4-FFF2-40B4-BE49-F238E27FC236}">
                <a16:creationId xmlns:a16="http://schemas.microsoft.com/office/drawing/2014/main" id="{E51EB8B1-AB5A-4B65-B336-67F952AB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8535" y="206888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4" name="持有 4 MB 等待 1 秒">
            <a:extLst xmlns:a="http://schemas.openxmlformats.org/drawingml/2006/main">
              <a:ext uri="{FF2B5EF4-FFF2-40B4-BE49-F238E27FC236}">
                <a16:creationId xmlns:a16="http://schemas.microsoft.com/office/drawing/2014/main" id="{D11AE641-42E2-42BC-BB59-B65E2D9D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持有 4 MB 等待 1 秒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DBB44BB-07E9-4F68-895C-B931CF6F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38500"/>
            <a:ext cx="4667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6" name="O_B(t)=0，總占用 4≤4">
            <a:extLst xmlns:a="http://schemas.openxmlformats.org/drawingml/2006/main">
              <a:ext uri="{FF2B5EF4-FFF2-40B4-BE49-F238E27FC236}">
                <a16:creationId xmlns:a16="http://schemas.microsoft.com/office/drawing/2014/main" id="{CD9AB3A7-CC23-4DD4-B19C-BC792A11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14700"/>
            <a:ext cx="4552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O_B(t)=0，總占用 4≤4</a:t>
            </a:r>
          </a:p>
        </p:txBody>
      </p:sp>
      <p:sp>
        <p:nvSpPr>
          <p:cNvPr id="47" name="c4 用量相同：都是 4 MB">
            <a:extLst xmlns:a="http://schemas.openxmlformats.org/drawingml/2006/main">
              <a:ext uri="{FF2B5EF4-FFF2-40B4-BE49-F238E27FC236}">
                <a16:creationId xmlns:a16="http://schemas.microsoft.com/office/drawing/2014/main" id="{9D130305-EF1F-4DA5-BB2A-6E51A09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相同前驅、相同 c4：路徑用量相同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C0F20A03-C7DE-4B36-9445-26E13861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24050"/>
            <a:ext cx="1447800" cy="381000"/>
          </a:xfrm>
          <a:custGeom xmlns:a="http://schemas.openxmlformats.org/drawingml/2006/main">
            <a:rect l="0" t="0" r="0" b="0"/>
            <a:pathLst>
              <a:path w="1447800" h="381000">
                <a:moveTo>
                  <a:pt x="0" y="0"/>
                </a:moveTo>
                <a:lnTo>
                  <a:pt x="144780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49" name="Q 原本">
            <a:extLst xmlns:a="http://schemas.openxmlformats.org/drawingml/2006/main">
              <a:ext uri="{FF2B5EF4-FFF2-40B4-BE49-F238E27FC236}">
                <a16:creationId xmlns:a16="http://schemas.microsoft.com/office/drawing/2014/main" id="{378D7D4B-23F8-4621-9BD4-8B45CCFA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0" name="[L₁(B,2), L₂(B,8)] ＋ 候選 L₃">
            <a:extLst xmlns:a="http://schemas.openxmlformats.org/drawingml/2006/main">
              <a:ext uri="{FF2B5EF4-FFF2-40B4-BE49-F238E27FC236}">
                <a16:creationId xmlns:a16="http://schemas.microsoft.com/office/drawing/2014/main" id="{BC7E88CA-A9CA-4948-A132-F0468A2B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 ＋ L₃(c4,9,8,L₀)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D0D2799F-B3BE-4A97-88BC-254FD028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88F9021F-897F-4659-B052-2CEEA607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3" name="Q 更新">
            <a:extLst xmlns:a="http://schemas.openxmlformats.org/drawingml/2006/main">
              <a:ext uri="{FF2B5EF4-FFF2-40B4-BE49-F238E27FC236}">
                <a16:creationId xmlns:a16="http://schemas.microsoft.com/office/drawing/2014/main" id="{CD5473A9-4625-4337-A117-60A41D3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4" name="[L₁(B,2), L₂(B,8)]；刪除 L₃">
            <a:extLst xmlns:a="http://schemas.openxmlformats.org/drawingml/2006/main">
              <a:ext uri="{FF2B5EF4-FFF2-40B4-BE49-F238E27FC236}">
                <a16:creationId xmlns:a16="http://schemas.microsoft.com/office/drawing/2014/main" id="{9196F14E-49A3-465C-B941-C755F158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L₂(c4,8,7,L₀)]；刪除 L₃</a:t>
            </a:r>
          </a:p>
        </p:txBody>
      </p:sp>
      <p:sp>
        <p:nvSpPr>
          <p:cNvPr id="56" name="c1">
            <a:extLst xmlns:a="http://schemas.openxmlformats.org/drawingml/2006/main">
              <a:ext uri="{FF2B5EF4-FFF2-40B4-BE49-F238E27FC236}">
                <a16:creationId xmlns:a16="http://schemas.microsoft.com/office/drawing/2014/main" id="{592916AA-90F5-4817-A568-83D31DE1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7" name="c1">
            <a:extLst xmlns:a="http://schemas.openxmlformats.org/drawingml/2006/main">
              <a:ext uri="{FF2B5EF4-FFF2-40B4-BE49-F238E27FC236}">
                <a16:creationId xmlns:a16="http://schemas.microsoft.com/office/drawing/2014/main" id="{9B4D523E-0E5D-4CEF-88DA-AFF2547B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8" name="c1">
            <a:extLst xmlns:a="http://schemas.openxmlformats.org/drawingml/2006/main">
              <a:ext uri="{FF2B5EF4-FFF2-40B4-BE49-F238E27FC236}">
                <a16:creationId xmlns:a16="http://schemas.microsoft.com/office/drawing/2014/main" id="{3A962E29-555F-49A5-9440-9A1A0505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D35AB191-385B-4AF0-AB70-6783C13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8A43D693-26A1-4628-8987-F9582EA0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2C2A76E6-8474-49DF-9B69-8189B6C9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94F25F9B-9AE7-42E1-A241-1E472354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C891370-39BF-46A5-BC4D-5B70AC6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4" name="c7">
            <a:extLst xmlns:a="http://schemas.openxmlformats.org/drawingml/2006/main">
              <a:ext uri="{FF2B5EF4-FFF2-40B4-BE49-F238E27FC236}">
                <a16:creationId xmlns:a16="http://schemas.microsoft.com/office/drawing/2014/main" id="{6307F1CF-BAAA-4A2C-9EED-3D9ED6B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935347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08　第二包：c6 到 C，重新排序">
            <a:extLst xmlns:a="http://schemas.openxmlformats.org/drawingml/2006/main">
              <a:ext uri="{FF2B5EF4-FFF2-40B4-BE49-F238E27FC236}">
                <a16:creationId xmlns:a16="http://schemas.microsoft.com/office/drawing/2014/main" id="{98C8BD8D-FC49-44F7-9B37-5687BB8C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08　第二包：c6 到 C，重新排序</a:t>
            </a:r>
          </a:p>
        </p:txBody>
      </p:sp>
      <p:sp>
        <p:nvSpPr>
          <p:cNvPr id="2" name="9">
            <a:extLst xmlns:a="http://schemas.openxmlformats.org/drawingml/2006/main">
              <a:ext uri="{FF2B5EF4-FFF2-40B4-BE49-F238E27FC236}">
                <a16:creationId xmlns:a16="http://schemas.microsoft.com/office/drawing/2014/main" id="{DDB39F33-8AAC-4CD9-9119-3C603489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13</a:t>
            </a:r>
          </a:p>
        </p:txBody>
      </p:sp>
      <p:sp>
        <p:nvSpPr>
          <p:cNvPr id="3" name="L₄ 雖然建立得較晚，但到達時間是 3 秒，排在 L₂ 的 8 ">
            <a:extLst xmlns:a="http://schemas.openxmlformats.org/drawingml/2006/main">
              <a:ext uri="{FF2B5EF4-FFF2-40B4-BE49-F238E27FC236}">
                <a16:creationId xmlns:a16="http://schemas.microsoft.com/office/drawing/2014/main" id="{95BA6899-A286-4D0B-A0FB-B6FA82C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L₄ 雖然建立得較晚，但到達時間是 3 秒，排在 L₂ 的 8 秒前面。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858C9120-7C9D-4510-8F42-659F436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927A8D48-512B-4B47-9D9E-73CD1770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E1A0AFD-8D1F-4D5A-B3A2-6BD89CB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11B31B26-2F48-4733-904C-A67B373B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412A577-E1B4-465A-95E3-D5FF15EA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167A9FCC-B945-4124-8096-FA9C07BB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BDE74341-08FD-4CC9-ACAC-FF26D433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9791898-D68E-4762-ADD8-E1A52C6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64BA5AC0-F619-4560-AA52-54E35085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BB28299C-7E6E-4C58-AD8E-B11F349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00410A22-BB82-4ACE-9904-5F979370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21AA2B2-9D7C-4BFB-AF22-6893245A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FEEA1377-4ECE-4C9D-B894-4220AA3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D119FD7-6E16-45FB-9D48-660525FD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4D7F9791-F30E-4881-825B-180B6B74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06C61122-347F-4A64-8948-2D047A52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DD99D4AE-EEAF-48CA-8FDF-184ADD2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5EA4A380-CC52-49AE-ACE1-6F6065D6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BF01687B-6368-42D9-B3F0-DFF1D670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683D774-512B-4E7F-92B7-F570125C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F5B9F7C-4408-45E4-80BE-C83EFE25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57C1B029-9DCF-415C-8180-2EAD0C85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45F4A15-54FF-4B42-B7D9-126E1D6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7DD1A5-E30E-413C-BB8F-5CBBBBE0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EBF1DDDF-4C23-4F37-9928-4C3A7E75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27F305A7-4C0A-45A0-92E1-CCACF922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3667BA52-0121-4428-BC00-C3B3CC82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BA41FD5A-274C-49CA-B356-58C69E9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CEF8584F-DD04-4EEB-A8B4-CA3193B4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539F2DDF-4C0F-4569-BEE3-BD77C135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0633DA58-1740-4168-897A-B11CB3AA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E0E21D18-11A8-49D0-9CB4-BBB9337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B68C6B4B-711D-47AE-977A-6D7CC4F4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BEDD2358-76AC-4740-A595-819151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A 發送">
            <a:extLst xmlns:a="http://schemas.openxmlformats.org/drawingml/2006/main">
              <a:ext uri="{FF2B5EF4-FFF2-40B4-BE49-F238E27FC236}">
                <a16:creationId xmlns:a16="http://schemas.microsoft.com/office/drawing/2014/main" id="{9DAF38CF-3BB1-4DA8-848D-F065A475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95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A 發送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4D5C9CC6-B463-43F4-8F1A-B1848BC8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13FDD66-0826-4381-880B-9D652B01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811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1" name="C 接收">
            <a:extLst xmlns:a="http://schemas.openxmlformats.org/drawingml/2006/main">
              <a:ext uri="{FF2B5EF4-FFF2-40B4-BE49-F238E27FC236}">
                <a16:creationId xmlns:a16="http://schemas.microsoft.com/office/drawing/2014/main" id="{D2BAC38F-8945-41F1-9D39-205B6B41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479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 接收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834690F6-7C95-4F91-9076-DA213D6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4B63596-AFF0-49B3-AC69-322B02C6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90E27575-59C3-4419-9C91-13F17896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12CB3C1-6A39-4C0E-AF5E-9737A2A0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206F3C06-9BDA-45CD-89C7-D8DD14F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7" name="0">
            <a:extLst xmlns:a="http://schemas.openxmlformats.org/drawingml/2006/main">
              <a:ext uri="{FF2B5EF4-FFF2-40B4-BE49-F238E27FC236}">
                <a16:creationId xmlns:a16="http://schemas.microsoft.com/office/drawing/2014/main" id="{20355E26-C3D4-45FC-886F-16CEBB40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88D0AE09-151B-4816-A195-0411ED35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1">
            <a:extLst xmlns:a="http://schemas.openxmlformats.org/drawingml/2006/main">
              <a:ext uri="{FF2B5EF4-FFF2-40B4-BE49-F238E27FC236}">
                <a16:creationId xmlns:a16="http://schemas.microsoft.com/office/drawing/2014/main" id="{5B00E545-0997-4B81-9EB6-C97B9F8C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563EC069-7DAA-4EF6-8F06-F00364EC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2">
            <a:extLst xmlns:a="http://schemas.openxmlformats.org/drawingml/2006/main">
              <a:ext uri="{FF2B5EF4-FFF2-40B4-BE49-F238E27FC236}">
                <a16:creationId xmlns:a16="http://schemas.microsoft.com/office/drawing/2014/main" id="{DC2DA935-17A3-4E21-8730-F662B1B6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0FFC4BFA-1A5F-41A2-BB11-70B27D092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3">
            <a:extLst xmlns:a="http://schemas.openxmlformats.org/drawingml/2006/main">
              <a:ext uri="{FF2B5EF4-FFF2-40B4-BE49-F238E27FC236}">
                <a16:creationId xmlns:a16="http://schemas.microsoft.com/office/drawing/2014/main" id="{E9C74286-5099-4908-8373-69B2E15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6DCE3523-55AC-44D2-9B84-90D6696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1465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4">
            <a:extLst xmlns:a="http://schemas.openxmlformats.org/drawingml/2006/main">
              <a:ext uri="{FF2B5EF4-FFF2-40B4-BE49-F238E27FC236}">
                <a16:creationId xmlns:a16="http://schemas.microsoft.com/office/drawing/2014/main" id="{271C5F0D-4A0D-4518-A135-B14BFA58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00037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6" name="秒">
            <a:extLst xmlns:a="http://schemas.openxmlformats.org/drawingml/2006/main">
              <a:ext uri="{FF2B5EF4-FFF2-40B4-BE49-F238E27FC236}">
                <a16:creationId xmlns:a16="http://schemas.microsoft.com/office/drawing/2014/main" id="{EFF083A7-5715-4360-9068-823CCFE4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29908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57" name="Q 依到達時間，不依編號">
            <a:extLst xmlns:a="http://schemas.openxmlformats.org/drawingml/2006/main">
              <a:ext uri="{FF2B5EF4-FFF2-40B4-BE49-F238E27FC236}">
                <a16:creationId xmlns:a16="http://schemas.microsoft.com/office/drawing/2014/main" id="{5F73B84F-F7C3-4664-AA13-F805E703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290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依到達時間，不依編號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7872DB8D-6F37-41C1-8ACC-DD52E61A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9" name="L₁&#10;B,2">
            <a:extLst xmlns:a="http://schemas.openxmlformats.org/drawingml/2006/main">
              <a:ext uri="{FF2B5EF4-FFF2-40B4-BE49-F238E27FC236}">
                <a16:creationId xmlns:a16="http://schemas.microsoft.com/office/drawing/2014/main" id="{46FFE247-4383-4537-A6E5-5F398AAE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L₁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c3, A=2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4D8E372-5058-4C30-A4B5-373764B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61" name="L₄&#10;C,3">
            <a:extLst xmlns:a="http://schemas.openxmlformats.org/drawingml/2006/main">
              <a:ext uri="{FF2B5EF4-FFF2-40B4-BE49-F238E27FC236}">
                <a16:creationId xmlns:a16="http://schemas.microsoft.com/office/drawing/2014/main" id="{97D5DBA1-02CD-42BB-AD3A-EDC73398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L₄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c6, A=3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EA7BF7B-527A-4288-9424-89209F08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952875"/>
            <a:ext cx="1381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63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4A3C0D4F-34AF-4703-91A0-62DDFFF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029075"/>
            <a:ext cx="12668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c4, A=8</a:t>
            </a:r>
          </a:p>
        </p:txBody>
      </p:sp>
      <p:sp>
        <p:nvSpPr>
          <p:cNvPr id="64" name="Q 原本">
            <a:extLst xmlns:a="http://schemas.openxmlformats.org/drawingml/2006/main">
              <a:ext uri="{FF2B5EF4-FFF2-40B4-BE49-F238E27FC236}">
                <a16:creationId xmlns:a16="http://schemas.microsoft.com/office/drawing/2014/main" id="{4442F46C-7196-4E66-B566-4B19BF9D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5" name="[L₁(B,2), L₂(B,8)]">
            <a:extLst xmlns:a="http://schemas.openxmlformats.org/drawingml/2006/main">
              <a:ext uri="{FF2B5EF4-FFF2-40B4-BE49-F238E27FC236}">
                <a16:creationId xmlns:a16="http://schemas.microsoft.com/office/drawing/2014/main" id="{9CFC7DFA-27BB-4D9B-9AB1-368E384C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L₂(c4,8,7,L₀)]</a:t>
            </a:r>
          </a:p>
        </p:txBody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9D2EC7A-DB0E-4C0B-B452-26D4231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C7248D14-F366-4369-A29E-20D4040F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Q 更新">
            <a:extLst xmlns:a="http://schemas.openxmlformats.org/drawingml/2006/main">
              <a:ext uri="{FF2B5EF4-FFF2-40B4-BE49-F238E27FC236}">
                <a16:creationId xmlns:a16="http://schemas.microsoft.com/office/drawing/2014/main" id="{2FD6303D-B93B-484F-BAC6-872207E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9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0F80FD2B-A943-4742-8449-E82A4F1A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F25CDF70-474F-4C8B-A803-DF0555A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D24FCFF4-1256-41C1-8EDC-165F5E53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3E04EB32-7720-4735-905A-6F0F5357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345F93AC-B09C-4E5E-9E4E-39D0EB85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5DEBAD45-BF06-4CD1-9D4C-B44FA2D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2F36613D-13E1-48EB-9D09-798C115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5A0D0CD-5D69-43A0-A094-20612254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E2A261A1-E717-445E-973A-4C406549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9" name="c7">
            <a:extLst xmlns:a="http://schemas.openxmlformats.org/drawingml/2006/main">
              <a:ext uri="{FF2B5EF4-FFF2-40B4-BE49-F238E27FC236}">
                <a16:creationId xmlns:a16="http://schemas.microsoft.com/office/drawing/2014/main" id="{687770E8-2B35-400E-AFEB-6D226509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4540820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09　取出 L₁：c2 已被第一包用完">
            <a:extLst xmlns:a="http://schemas.openxmlformats.org/drawingml/2006/main">
              <a:ext uri="{FF2B5EF4-FFF2-40B4-BE49-F238E27FC236}">
                <a16:creationId xmlns:a16="http://schemas.microsoft.com/office/drawing/2014/main" id="{14C770AF-6955-4142-8C3D-8F71206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09　取出 L₁：c2 已被第一包用完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9C507EF-CABE-4891-A39E-2BBD829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14</a:t>
            </a:r>
          </a:p>
        </p:txBody>
      </p:sp>
      <p:sp>
        <p:nvSpPr>
          <p:cNvPr id="3" name="容量 0&lt;4，直接拒絕 c2；時間與 buffer 檢查未執行。">
            <a:extLst xmlns:a="http://schemas.openxmlformats.org/drawingml/2006/main">
              <a:ext uri="{FF2B5EF4-FFF2-40B4-BE49-F238E27FC236}">
                <a16:creationId xmlns:a16="http://schemas.microsoft.com/office/drawing/2014/main" id="{9DE45A71-A89F-41BD-9418-6E6802D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容量 0&lt;4，直接拒絕 c2；時間與 buffer 檢查未執行。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D5A2C82D-E2DA-49C4-9CCA-EFB9678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6905E13-3358-4FC5-98B1-BCBB05BF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B4FCD96B-B57C-40FB-BCEC-246412A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A6021A47-70AB-4B95-94AF-B001A901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CC69D0F-C545-4C2E-B9CF-6051AE16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7246024B-CCFC-4835-80F7-F36566D4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E7DF858-1BAD-443A-A7CD-BA10526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90F70591-2CEA-409F-8F7E-7160C132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CBA46565-8D14-4FAB-8BD1-E4CAF2ED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82F6A74-9E72-4677-9E89-D97C8A40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9E00AEB7-DE94-4A21-BBE8-A8A1A422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C1406262-B752-47A0-916A-67CBEE1E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77451FDF-9F9C-4FA8-B4C4-FDB1854F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39F8DF1C-1E99-4DDD-9D8E-0E0280A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B2F63411-9D44-4DFF-A15F-BCC7C7E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162ED682-9920-4E90-BA74-DFD56CD7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999ABF08-41D6-4D01-996E-E2D8D58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513EA1FF-9551-4934-8693-9173830C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62A3DFCD-5ADA-4EDF-872B-079EF86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D4B94505-E537-4887-B2AA-8626D30E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6364DB23-58DC-4DBC-BD81-00D05274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92784459-28C5-41BD-B02A-A5959C8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BE51BB98-B306-4DA4-87D7-A0332E8D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0CC00B52-0961-47CC-8B03-3551E562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39070BD-EF72-4DAB-A502-E9E85978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E91153EA-B0B6-4B93-93C6-75E8EA0E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2F40522D-6E63-4E0B-8A5C-33F56613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D97F2769-F23D-4205-A779-045B57C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F99E94AA-B4A8-4D62-8205-77E44418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68010989-32F4-4AE7-8F2F-0147D188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E6EDCA1-A59A-43B8-B76C-BF415B95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4731002D-ADEF-4374-98A5-11A6EF96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4D9849B5-9665-4BA2-B9B1-DFACD28F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1A4D9F0B-F0A8-4D72-A503-4169BB4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124451F4-56CA-468C-98D0-A176B615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D21E8DC2-42C9-42C0-BFEB-484320D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2：第一包已使用 4 MB">
            <a:extLst xmlns:a="http://schemas.openxmlformats.org/drawingml/2006/main">
              <a:ext uri="{FF2B5EF4-FFF2-40B4-BE49-F238E27FC236}">
                <a16:creationId xmlns:a16="http://schemas.microsoft.com/office/drawing/2014/main" id="{401C5659-F8F7-4635-85FF-603D377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c2：第一包已使用 4 MB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280C8520-D31C-485B-B1B1-BA1A2B14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69198A2B-BF8E-4D8B-8ABE-6854CE2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49711FAE-A1E0-4864-AF79-5BBC00D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585F8F-A260-4A3C-BC30-0CAFBA18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F761B36-6159-46C4-A969-CFBB0419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5A60E1DE-933C-4B62-968E-B81733F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7ABC8B-3CEA-4984-BB60-7AB4C86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006EFBD-F470-4460-9BB4-1CDBE358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FC266F4-23F8-488C-A004-A5563BA9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5F7CB960-EE95-4F1D-A3E3-7BFBA289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42406A2D-7CB5-44DD-8648-C5A1EEA5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42AE2ECE-9F88-4EB2-881B-C1F53EA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₁(B,2), 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761F7355-4F6B-44DF-89C6-4CB39A2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[L₁(c3,2,1,L₀), 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FBE53E1B-93DC-4C36-A576-DB7E66AE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C385C600-5417-4844-843A-30419C8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2D760E06-B8D5-4327-B7C7-32D6625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₁；留下 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E0CDF96D-0AA7-45D1-B7E3-3092EB0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L₁；留下 [L₄(c6,3,1,L₀), 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D1664A5-11C7-4D72-BD94-707CD391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A966404D-BF19-4A17-BA29-0044CE23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F76CE7-F4AD-4FB9-AD62-B285469A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EBE06069-87D4-493A-BB20-D4689389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1642264D-6055-42C9-B358-E97FBFDB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00B0CD1-40D8-41C0-904D-6188179E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A1F79F27-327E-47F8-BB55-CF151D3E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7D2BFDC-0040-42C9-891D-B09B3D4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84CE7DDC-DD3D-414C-8BFD-318597C8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5282223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10　早到 B：等待 c5 會超過上限">
            <a:extLst xmlns:a="http://schemas.openxmlformats.org/drawingml/2006/main">
              <a:ext uri="{FF2B5EF4-FFF2-40B4-BE49-F238E27FC236}">
                <a16:creationId xmlns:a16="http://schemas.microsoft.com/office/drawing/2014/main" id="{FF774D99-7088-4ED6-8626-24F4C59E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10　早到 B：等待 c5 會超過上限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0D028150-C8D9-4441-914B-BCF5CE26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15</a:t>
            </a:r>
          </a:p>
        </p:txBody>
      </p:sp>
      <p:sp>
        <p:nvSpPr>
          <p:cNvPr id="3" name="第 3 秒：第一包 4 MB ＋ 第二包 4 MB ＝ 8 MB">
            <a:extLst xmlns:a="http://schemas.openxmlformats.org/drawingml/2006/main">
              <a:ext uri="{FF2B5EF4-FFF2-40B4-BE49-F238E27FC236}">
                <a16:creationId xmlns:a16="http://schemas.microsoft.com/office/drawing/2014/main" id="{96C19105-1DF6-4BAF-B433-C5DC6D4B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 3 秒：第一包 4 MB ＋ 第二包 4 MB ＝ 8 MB，超過上限。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39BFA07A-00AE-41AB-95C3-80E97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F70AF0F-6B61-4786-88AD-F0CFFEAF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72BF12FA-E6DA-4494-ACF6-EE2F25F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D29CDFF-2F14-49C9-8C33-13D7A840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056A72CB-4726-4339-AC27-ADE2280C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ED338B9E-2422-4D70-B778-462B299B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3632FC5E-22C8-4AF3-B03B-EA8A34B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71E814D4-7153-4F5B-9533-3DA5C60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BFDEC198-9FB3-48E7-B468-0D510ADF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D6B66C7-BC3D-49ED-B54D-FCA6D940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7044084A-DC1A-4638-A4F2-A91E26C9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1A885DC3-7EBB-4CB4-8E9E-1E767E4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C00A0603-39D2-490F-8396-6074589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815FC0-C044-47AB-AC6B-7B36003D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341BC6AA-46BD-43D1-866F-559A62A4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69C47DD5-8ABF-416C-85E0-89A48E0A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6087155-EDA2-4AE4-B25F-C16645C0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541" y="294684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0D45E8C0-B9A9-4999-BD06-F2E6BED6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3674A767-F7BE-4BF5-BA72-B29B69A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89415CDB-188B-45F7-93BF-86087DC0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57088ECF-3B79-4AD3-B07D-7359C33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48CBDE6D-9AD1-4371-ADE6-A4022C6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06C5A639-406D-4DF8-B28D-76CACF2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DE96AB85-9E34-4910-9AB1-994C21F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6A25456E-5BF1-4904-ABCB-8FA143A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FB6A6B76-3BF6-4790-9364-4E7755E7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92BE4696-45B4-46F0-8871-E04AF1F9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D138F2B-04B6-4172-A531-254E5929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91710E6D-BB2E-4C16-9755-51C3ABFB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F99A0F89-19D7-4B94-B86A-D6557AB5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E7FF8BF4-5314-4A51-8672-B12A365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E9C4523E-C802-463E-8B1A-8DFC915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DE42F113-8874-4A58-93A2-A860847D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F0A1A859-EC8E-4661-BF0D-E2AF8E08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C4C71608-B394-437D-A110-B558ADC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23035AF-3A63-4899-B252-8E899878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橘：第一包　藍：本包　紅：合計">
            <a:extLst xmlns:a="http://schemas.openxmlformats.org/drawingml/2006/main">
              <a:ext uri="{FF2B5EF4-FFF2-40B4-BE49-F238E27FC236}">
                <a16:creationId xmlns:a16="http://schemas.microsoft.com/office/drawing/2014/main" id="{483AEEAF-A0DC-447C-930C-E53C17FF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藍：本包　紅：合計</a:t>
            </a:r>
          </a:p>
        </p:txBody>
      </p:sp>
      <p:sp>
        <p:nvSpPr>
          <p:cNvPr id="41" name="手繪多邊形: 圖案 40">
            <a:extLst xmlns:a="http://schemas.openxmlformats.org/drawingml/2006/main">
              <a:ext uri="{FF2B5EF4-FFF2-40B4-BE49-F238E27FC236}">
                <a16:creationId xmlns:a16="http://schemas.microsoft.com/office/drawing/2014/main" id="{FFC50F3C-6330-4DDE-B44C-BC6E6037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2" name="0">
            <a:extLst xmlns:a="http://schemas.openxmlformats.org/drawingml/2006/main">
              <a:ext uri="{FF2B5EF4-FFF2-40B4-BE49-F238E27FC236}">
                <a16:creationId xmlns:a16="http://schemas.microsoft.com/office/drawing/2014/main" id="{86139ECF-4CEC-4C93-9187-EB9CA66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3" name="4">
            <a:extLst xmlns:a="http://schemas.openxmlformats.org/drawingml/2006/main">
              <a:ext uri="{FF2B5EF4-FFF2-40B4-BE49-F238E27FC236}">
                <a16:creationId xmlns:a16="http://schemas.microsoft.com/office/drawing/2014/main" id="{140DBB81-271D-47D9-84A2-D6EA4329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4" name="手繪多邊形: 圖案 43">
            <a:extLst xmlns:a="http://schemas.openxmlformats.org/drawingml/2006/main">
              <a:ext uri="{FF2B5EF4-FFF2-40B4-BE49-F238E27FC236}">
                <a16:creationId xmlns:a16="http://schemas.microsoft.com/office/drawing/2014/main" id="{7157D204-7050-4603-AE1E-57C298F1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5" name="8">
            <a:extLst xmlns:a="http://schemas.openxmlformats.org/drawingml/2006/main">
              <a:ext uri="{FF2B5EF4-FFF2-40B4-BE49-F238E27FC236}">
                <a16:creationId xmlns:a16="http://schemas.microsoft.com/office/drawing/2014/main" id="{1E728B81-816B-4DD6-A99C-8ADFB9F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46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408A28A6-051C-498A-870B-D68B0632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7" name="上限 4">
            <a:extLst xmlns:a="http://schemas.openxmlformats.org/drawingml/2006/main">
              <a:ext uri="{FF2B5EF4-FFF2-40B4-BE49-F238E27FC236}">
                <a16:creationId xmlns:a16="http://schemas.microsoft.com/office/drawing/2014/main" id="{4E4A5785-ACCB-46EA-8B3B-AEFD32AF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7527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B4216850-4EA5-427B-BC0E-24F4728E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9" name="2">
            <a:extLst xmlns:a="http://schemas.openxmlformats.org/drawingml/2006/main">
              <a:ext uri="{FF2B5EF4-FFF2-40B4-BE49-F238E27FC236}">
                <a16:creationId xmlns:a16="http://schemas.microsoft.com/office/drawing/2014/main" id="{D7514C43-FF43-4459-809D-D15863FD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1AB542BE-7995-4699-9A2B-236F4F9C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1" name="4">
            <a:extLst xmlns:a="http://schemas.openxmlformats.org/drawingml/2006/main">
              <a:ext uri="{FF2B5EF4-FFF2-40B4-BE49-F238E27FC236}">
                <a16:creationId xmlns:a16="http://schemas.microsoft.com/office/drawing/2014/main" id="{59B2B5DE-896D-46E6-B19C-12050C2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2" name="手繪多邊形: 圖案 51">
            <a:extLst xmlns:a="http://schemas.openxmlformats.org/drawingml/2006/main">
              <a:ext uri="{FF2B5EF4-FFF2-40B4-BE49-F238E27FC236}">
                <a16:creationId xmlns:a16="http://schemas.microsoft.com/office/drawing/2014/main" id="{144E98A2-5D1F-4831-B65D-8EA9FDD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3" name="6">
            <a:extLst xmlns:a="http://schemas.openxmlformats.org/drawingml/2006/main">
              <a:ext uri="{FF2B5EF4-FFF2-40B4-BE49-F238E27FC236}">
                <a16:creationId xmlns:a16="http://schemas.microsoft.com/office/drawing/2014/main" id="{E2D6EA4A-ED78-47D5-B385-9B8F2A87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118FEDA6-4E00-4F84-A1BC-9222E01E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5" name="8">
            <a:extLst xmlns:a="http://schemas.openxmlformats.org/drawingml/2006/main">
              <a:ext uri="{FF2B5EF4-FFF2-40B4-BE49-F238E27FC236}">
                <a16:creationId xmlns:a16="http://schemas.microsoft.com/office/drawing/2014/main" id="{7480CDD8-85B4-4F14-8DAC-BED58C80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6" name="手繪多邊形: 圖案 55">
            <a:extLst xmlns:a="http://schemas.openxmlformats.org/drawingml/2006/main">
              <a:ext uri="{FF2B5EF4-FFF2-40B4-BE49-F238E27FC236}">
                <a16:creationId xmlns:a16="http://schemas.microsoft.com/office/drawing/2014/main" id="{B7411FD0-A883-48A6-BE7F-75A8E78B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7" name="10">
            <a:extLst xmlns:a="http://schemas.openxmlformats.org/drawingml/2006/main">
              <a:ext uri="{FF2B5EF4-FFF2-40B4-BE49-F238E27FC236}">
                <a16:creationId xmlns:a16="http://schemas.microsoft.com/office/drawing/2014/main" id="{EABE3EBC-3BE2-4203-A785-7567A8FA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8" name="手繪多邊形: 圖案 57">
            <a:extLst xmlns:a="http://schemas.openxmlformats.org/drawingml/2006/main">
              <a:ext uri="{FF2B5EF4-FFF2-40B4-BE49-F238E27FC236}">
                <a16:creationId xmlns:a16="http://schemas.microsoft.com/office/drawing/2014/main" id="{812284B9-DDF8-412F-9416-C42C325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9" name="12">
            <a:extLst xmlns:a="http://schemas.openxmlformats.org/drawingml/2006/main">
              <a:ext uri="{FF2B5EF4-FFF2-40B4-BE49-F238E27FC236}">
                <a16:creationId xmlns:a16="http://schemas.microsoft.com/office/drawing/2014/main" id="{662ED5B2-8847-4578-A952-929F1BD0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16979AB6-BE17-432F-B67A-7A63A7CA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1" name="手繪多邊形: 圖案 60">
            <a:extLst xmlns:a="http://schemas.openxmlformats.org/drawingml/2006/main">
              <a:ext uri="{FF2B5EF4-FFF2-40B4-BE49-F238E27FC236}">
                <a16:creationId xmlns:a16="http://schemas.microsoft.com/office/drawing/2014/main" id="{12F506AF-8A78-4C42-8192-7642761F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8000"/>
            <a:ext cx="4048125" cy="762000"/>
          </a:xfrm>
          <a:custGeom xmlns:a="http://schemas.openxmlformats.org/drawingml/2006/main">
            <a:rect l="0" t="0" r="0" b="0"/>
            <a:pathLst>
              <a:path w="4048125" h="762000">
                <a:moveTo>
                  <a:pt x="0" y="0"/>
                </a:moveTo>
                <a:lnTo>
                  <a:pt x="3238500" y="0"/>
                </a:lnTo>
                <a:lnTo>
                  <a:pt x="3643313" y="762000"/>
                </a:lnTo>
                <a:lnTo>
                  <a:pt x="40481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62" name="手繪多邊形: 圖案 61">
            <a:extLst xmlns:a="http://schemas.openxmlformats.org/drawingml/2006/main">
              <a:ext uri="{FF2B5EF4-FFF2-40B4-BE49-F238E27FC236}">
                <a16:creationId xmlns:a16="http://schemas.microsoft.com/office/drawing/2014/main" id="{300B4071-03E5-41FF-88F1-8416B23E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048125" cy="1524000"/>
          </a:xfrm>
          <a:custGeom xmlns:a="http://schemas.openxmlformats.org/drawingml/2006/main">
            <a:rect l="0" t="0" r="0" b="0"/>
            <a:pathLst>
              <a:path w="4048125" h="1524000">
                <a:moveTo>
                  <a:pt x="0" y="762000"/>
                </a:moveTo>
                <a:lnTo>
                  <a:pt x="404813" y="0"/>
                </a:lnTo>
                <a:lnTo>
                  <a:pt x="1619250" y="0"/>
                </a:lnTo>
                <a:lnTo>
                  <a:pt x="2024063" y="762000"/>
                </a:lnTo>
                <a:lnTo>
                  <a:pt x="3238500" y="762000"/>
                </a:lnTo>
                <a:lnTo>
                  <a:pt x="3643313" y="1524000"/>
                </a:lnTo>
                <a:lnTo>
                  <a:pt x="4048125" y="15240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63" name="秒">
            <a:extLst xmlns:a="http://schemas.openxmlformats.org/drawingml/2006/main">
              <a:ext uri="{FF2B5EF4-FFF2-40B4-BE49-F238E27FC236}">
                <a16:creationId xmlns:a16="http://schemas.microsoft.com/office/drawing/2014/main" id="{2866A68D-BF4F-4EDB-A543-55033A31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4" name="L₁ 在第 2 秒能接收，卻不能等到 10 秒">
            <a:extLst xmlns:a="http://schemas.openxmlformats.org/drawingml/2006/main">
              <a:ext uri="{FF2B5EF4-FFF2-40B4-BE49-F238E27FC236}">
                <a16:creationId xmlns:a16="http://schemas.microsoft.com/office/drawing/2014/main" id="{D1590780-FC76-4A68-95FA-87357C9A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L₁ 在第 2 秒能接收，卻不能等到 10 秒</a:t>
            </a:r>
          </a:p>
        </p:txBody>
      </p:sp>
      <p:sp>
        <p:nvSpPr>
          <p:cNvPr id="65" name="Q 原本">
            <a:extLst xmlns:a="http://schemas.openxmlformats.org/drawingml/2006/main">
              <a:ext uri="{FF2B5EF4-FFF2-40B4-BE49-F238E27FC236}">
                <a16:creationId xmlns:a16="http://schemas.microsoft.com/office/drawing/2014/main" id="{43BF21CD-D1A9-4691-A604-52D15CE6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6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F9B4AF78-8E23-45DC-B99F-90611766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67" name="手繪多邊形: 圖案 66">
            <a:extLst xmlns:a="http://schemas.openxmlformats.org/drawingml/2006/main">
              <a:ext uri="{FF2B5EF4-FFF2-40B4-BE49-F238E27FC236}">
                <a16:creationId xmlns:a16="http://schemas.microsoft.com/office/drawing/2014/main" id="{471350E1-F4CD-4752-A5D5-720FCB3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8" name="手繪多邊形: 圖案 67">
            <a:extLst xmlns:a="http://schemas.openxmlformats.org/drawingml/2006/main">
              <a:ext uri="{FF2B5EF4-FFF2-40B4-BE49-F238E27FC236}">
                <a16:creationId xmlns:a16="http://schemas.microsoft.com/office/drawing/2014/main" id="{EB370F50-983A-431F-9775-A8C19182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9" name="Q 更新">
            <a:extLst xmlns:a="http://schemas.openxmlformats.org/drawingml/2006/main">
              <a:ext uri="{FF2B5EF4-FFF2-40B4-BE49-F238E27FC236}">
                <a16:creationId xmlns:a16="http://schemas.microsoft.com/office/drawing/2014/main" id="{90B4DA67-B071-46E3-917F-34EE6259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70" name="不建立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5D01516D-EAB5-4730-9949-DA482FE5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不建立新標籤；Q 仍為 [L₄(c6,3,1,L₀), L₂(c4,8,7,L₀)]</a:t>
            </a: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556AE24E-A29C-458F-97C9-D544FAF4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C706226A-2C70-443E-8492-3325616D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102BE112-2D71-43DD-9064-3585E450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83E248CE-D4A7-4F44-B4D2-B373470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F6BB2D52-FB46-4EBE-9510-C50ACCB3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74E5AE60-3FE9-4278-9C78-A7175F51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1">
            <a:extLst xmlns:a="http://schemas.openxmlformats.org/drawingml/2006/main">
              <a:ext uri="{FF2B5EF4-FFF2-40B4-BE49-F238E27FC236}">
                <a16:creationId xmlns:a16="http://schemas.microsoft.com/office/drawing/2014/main" id="{AF14B62B-0EBC-4ABD-9F30-2CF21AD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9" name="c1">
            <a:extLst xmlns:a="http://schemas.openxmlformats.org/drawingml/2006/main">
              <a:ext uri="{FF2B5EF4-FFF2-40B4-BE49-F238E27FC236}">
                <a16:creationId xmlns:a16="http://schemas.microsoft.com/office/drawing/2014/main" id="{7564EDE1-E545-4FF3-A08A-6B70C123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80" name="c7">
            <a:extLst xmlns:a="http://schemas.openxmlformats.org/drawingml/2006/main">
              <a:ext uri="{FF2B5EF4-FFF2-40B4-BE49-F238E27FC236}">
                <a16:creationId xmlns:a16="http://schemas.microsoft.com/office/drawing/2014/main" id="{9C6ED473-1F21-4C23-9B24-E5B132E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20050130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1　取出 L₄：c7 容量只有 2 MB">
            <a:extLst xmlns:a="http://schemas.openxmlformats.org/drawingml/2006/main">
              <a:ext uri="{FF2B5EF4-FFF2-40B4-BE49-F238E27FC236}">
                <a16:creationId xmlns:a16="http://schemas.microsoft.com/office/drawing/2014/main" id="{F18FF94A-B88F-4FB6-ADAE-711F6E98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11　取出 L₄：c7 容量只有 2 MB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89379D2D-4A9B-4535-9232-35A157B7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16</a:t>
            </a:r>
          </a:p>
        </p:txBody>
      </p:sp>
      <p:sp>
        <p:nvSpPr>
          <p:cNvPr id="3" name="不可分割的 4 MB bundle，不能只送其中 2 MB。">
            <a:extLst xmlns:a="http://schemas.openxmlformats.org/drawingml/2006/main">
              <a:ext uri="{FF2B5EF4-FFF2-40B4-BE49-F238E27FC236}">
                <a16:creationId xmlns:a16="http://schemas.microsoft.com/office/drawing/2014/main" id="{5FD55BD5-4DB9-498A-86A0-ACC9CE2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不可分割的 4 MB bundle，不能只送其中 2 MB。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6CBB4C74-1A4D-418D-8241-13083FD8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DB240E3-C561-4DA1-A6CF-532C534A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A60390B8-B5F4-45A7-9E91-E008AE3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D03E8B9-B1AB-4B36-8DEB-0C5B19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194AE136-32B1-4576-9C74-36B9F9F6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3173507-07DE-4A50-BCDE-18CBA43E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2E6EEDE4-C0ED-4A43-8374-2B7B325B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D0962378-099D-4C00-9E85-29195FC9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0C42A005-8E22-4A94-A28A-6C5D6AD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26CB54CD-4E64-44EA-9726-F1B8EBA5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B382646A-0611-4C3E-A07D-9FF2000D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FCF33F56-066B-4829-9757-8F3F6195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41D86B4-89C6-4526-B05F-77CE897F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16DD4301-5698-4A9B-8C17-A8141E3C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A11A505C-F1FA-4EE9-A9F1-D20D1C2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B5900D9D-595A-4015-8074-B4E201C2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69C432D1-1F2D-4274-9A0C-D0B232E5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EA3079F1-CC95-409A-85F1-5ECAE60D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CC47D428-D381-4F94-9BD4-4D1E8B04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12677020-7E62-4561-981A-EA6439D4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A0B8F69F-A399-4921-A353-A978D423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C2CCECAB-EC24-4A49-AB8C-68634825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0DFB07AE-52EB-49BD-8E6D-A7302F58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607" y="3215857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80E93933-037A-4765-A89B-107F70E2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90E51000-9DB5-45B9-85D4-7A6B9C65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035ABA76-4628-4718-95CD-729D54B4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F74D12F6-DB98-4B40-877E-4B7E835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56DA49E3-7533-4359-8501-305BE496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A3776A1D-194E-43DA-97E0-B051DB87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7614EC6D-0E39-4791-BEFE-67461106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D83B3E0-9CF9-475D-A8B7-FD7B035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26FCF160-5E15-4554-A5E2-52C4549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7E027FF-65D9-4A66-A752-879946B7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056F88A-CF6E-4A52-B564-0C7EE976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DABAB530-882D-4994-BBF0-4E1202C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88B92F71-7B52-4D35-912D-A0A10265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7：剩餘容量不足">
            <a:extLst xmlns:a="http://schemas.openxmlformats.org/drawingml/2006/main">
              <a:ext uri="{FF2B5EF4-FFF2-40B4-BE49-F238E27FC236}">
                <a16:creationId xmlns:a16="http://schemas.microsoft.com/office/drawing/2014/main" id="{14BAB3BA-399F-46BF-AF3E-7241E45F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c7：剩餘容量不足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1ECCBF17-E0D8-4E7A-9527-D54B6A3F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322E6FB-66BF-4EE3-B8FA-60FB518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6A12C60-C53C-425B-918D-A4BC40FA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2E37CCB-7987-4EE2-915D-A18325FF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C72F36DA-5996-4230-B61D-84D5066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2 MB">
            <a:extLst xmlns:a="http://schemas.openxmlformats.org/drawingml/2006/main">
              <a:ext uri="{FF2B5EF4-FFF2-40B4-BE49-F238E27FC236}">
                <a16:creationId xmlns:a16="http://schemas.microsoft.com/office/drawing/2014/main" id="{19F5F21E-F128-43CD-981B-AB27181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剩餘：2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A0B071F-D377-444F-A0B9-EAF2B795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9952222-3CB8-4252-9412-77060BEE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43B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97C0C7C-DB5B-419F-AA7B-A4A49C8B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15135660-F43F-41FF-A38C-B66AF327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2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0FD9E362-D4B4-4F32-97AD-3B0480F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2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019BE509-C656-4350-AD3B-3640F361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₄(C,3), L₂(B,8)]">
            <a:extLst xmlns:a="http://schemas.openxmlformats.org/drawingml/2006/main">
              <a:ext uri="{FF2B5EF4-FFF2-40B4-BE49-F238E27FC236}">
                <a16:creationId xmlns:a16="http://schemas.microsoft.com/office/drawing/2014/main" id="{1546178F-08D2-46B5-89C4-A38B5B6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[L₄(c6,3,1,L₀), 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DE64AAD1-3FFA-4082-A603-8640D8BE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EED903C5-5B24-4259-8FD0-BBB0A29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7EBD2EEC-8C5E-45A5-9830-AE3A59C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₄；留下 [L₂(B,8)]">
            <a:extLst xmlns:a="http://schemas.openxmlformats.org/drawingml/2006/main">
              <a:ext uri="{FF2B5EF4-FFF2-40B4-BE49-F238E27FC236}">
                <a16:creationId xmlns:a16="http://schemas.microsoft.com/office/drawing/2014/main" id="{80DFDCBA-62E0-4137-8E2C-501FD604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L₄；留下 [L₂(c4,8,7,L₀)]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FE0468D-5BF5-42C8-85A0-35BBEA31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EE650B48-A53D-43D7-BBB3-093F62F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340972DB-F70D-4F0B-A68B-5058EA8A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A198EEA8-C91F-4FAF-B162-FE69AC1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ECACB923-C83C-498E-A61B-E216671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5835DA4F-40FE-41C1-9663-F74A208F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80F12806-6345-4B7D-8C16-8148BB0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5D4067A9-FDC4-49C1-9D48-CE0F441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ABDD174F-7243-4173-A717-FAFE101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253146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2　同一個 L₄：c8 已經來不及">
            <a:extLst xmlns:a="http://schemas.openxmlformats.org/drawingml/2006/main">
              <a:ext uri="{FF2B5EF4-FFF2-40B4-BE49-F238E27FC236}">
                <a16:creationId xmlns:a16="http://schemas.microsoft.com/office/drawing/2014/main" id="{001A59D1-CB5E-456E-92BC-8792BC4F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12　同一個 L₄：c8 已經來不及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F5055590-0181-4E32-970E-6A574B65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17</a:t>
            </a:r>
          </a:p>
        </p:txBody>
      </p:sp>
      <p:sp>
        <p:nvSpPr>
          <p:cNvPr id="3" name="最早可發送是 3 秒，但最晚必須在 2 秒起送，沒有可用時刻。">
            <a:extLst xmlns:a="http://schemas.openxmlformats.org/drawingml/2006/main">
              <a:ext uri="{FF2B5EF4-FFF2-40B4-BE49-F238E27FC236}">
                <a16:creationId xmlns:a16="http://schemas.microsoft.com/office/drawing/2014/main" id="{3F12315C-D9AF-4B8C-AFEC-8CE027C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最早可發送是 3 秒，但最晚必須在 2 秒起送，沒有可用時刻。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A24A274-72E9-4868-A747-F982953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B3B790E3-39F3-41B5-A98F-04CF9BCB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FC196893-1909-40D2-998A-C3D1CD8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5C173FE9-20AB-416F-8943-C7490BF6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A059D309-B77F-4530-BB9F-C1E704E7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F42D7A68-B98F-4BFB-B7D4-CA3D0036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0BFB8602-5AB9-4F87-B956-065F590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533C2F24-6736-4E67-ABD4-BFD5915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DF7955E9-EFC4-4959-92A0-76D3718F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990A7C11-434B-4E50-8C1E-11B2E80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6428A5D7-5173-442B-945C-B29A4FBC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2EBFAC1B-26AE-4473-8A0A-3E584491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289DB164-0564-4A47-B408-AB8BFF8A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1D49258-7127-4826-A9F3-34C1DAD2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D9221504-855C-48D8-8F9C-F4C1911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89A369C-4519-4168-A45A-0D108EE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3ABDB4F-12AD-462B-AEA1-3EDFDC07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2AA96E7F-0B1F-4CC4-B501-2ACF0E0B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5F524AB3-C2B6-46C6-B13E-079F867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CFCCDCCC-E3C1-40B2-B31B-88C6E13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C4F5D03D-ED34-469E-844D-303FF9F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3B20E0CA-E57F-476C-AADB-4BCC1836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6CD39E0F-C189-4BEE-BB7D-D5E989DF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CFFADDF0-2F68-4698-8A5F-D44C8AE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36FD804F-EBE9-4F66-8851-6373214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29" name="手繪多邊形: 圖案 28">
            <a:extLst xmlns:a="http://schemas.openxmlformats.org/drawingml/2006/main">
              <a:ext uri="{FF2B5EF4-FFF2-40B4-BE49-F238E27FC236}">
                <a16:creationId xmlns:a16="http://schemas.microsoft.com/office/drawing/2014/main" id="{E9D4DC04-CD56-4BA6-A4E4-AA238D9B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43" y="3680243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04631786-BC9E-45E8-9999-8C0F6C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9C7F590C-9EA8-40B6-BAA0-687A8652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33A93FA2-92B4-4A72-B450-2DA86880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10C92DA9-E5A4-48CD-81CF-4B4EC567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4B01EFDC-3F46-4D20-957E-F58A5E3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A918FF6E-C9EB-4C35-875D-3D043CCC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922CC012-EF70-485A-951D-3D9B15DB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6AC47CCA-9875-4946-924B-791697C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07803F66-DC82-4A93-B008-39CE02D7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C70CCB4A-7353-4C2E-8078-1FC01B1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c8 容量足夠，時間卻不夠">
            <a:extLst xmlns:a="http://schemas.openxmlformats.org/drawingml/2006/main">
              <a:ext uri="{FF2B5EF4-FFF2-40B4-BE49-F238E27FC236}">
                <a16:creationId xmlns:a16="http://schemas.microsoft.com/office/drawing/2014/main" id="{1DC682C7-4E36-472E-A9CB-7A8E4BF1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c8 容量足夠，時間卻不夠</a:t>
            </a:r>
          </a:p>
        </p:txBody>
      </p:sp>
      <p:sp>
        <p:nvSpPr>
          <p:cNvPr id="41" name="c8 窗口">
            <a:extLst xmlns:a="http://schemas.openxmlformats.org/drawingml/2006/main">
              <a:ext uri="{FF2B5EF4-FFF2-40B4-BE49-F238E27FC236}">
                <a16:creationId xmlns:a16="http://schemas.microsoft.com/office/drawing/2014/main" id="{FF19A581-FBAB-4E5C-81F7-8E95F8D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62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c8 窗口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452A579D-71AE-401D-9E55-66A14B7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B3F8608-6495-4764-B932-72A46D3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9775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3"/>
          </a:solidFill>
          <a:ln xmlns:a="http://schemas.openxmlformats.org/drawingml/2006/main" w="14288">
            <a:solidFill>
              <a:srgbClr val="EEEEF3"/>
            </a:solidFill>
          </a:ln>
        </p:spPr>
      </p:sp>
      <p:sp>
        <p:nvSpPr>
          <p:cNvPr id="44" name="C 完整收到">
            <a:extLst xmlns:a="http://schemas.openxmlformats.org/drawingml/2006/main">
              <a:ext uri="{FF2B5EF4-FFF2-40B4-BE49-F238E27FC236}">
                <a16:creationId xmlns:a16="http://schemas.microsoft.com/office/drawing/2014/main" id="{F470EBEC-0C18-484F-9682-10C78555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14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 完整收到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FE5865AC-3952-46DD-BA32-0E4C51D6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6" name="手繪多邊形: 圖案 45">
            <a:extLst xmlns:a="http://schemas.openxmlformats.org/drawingml/2006/main">
              <a:ext uri="{FF2B5EF4-FFF2-40B4-BE49-F238E27FC236}">
                <a16:creationId xmlns:a16="http://schemas.microsoft.com/office/drawing/2014/main" id="{DA3611E7-37BA-4017-847C-0BDF5AF8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95550"/>
            <a:ext cx="9525" cy="381000"/>
          </a:xfrm>
          <a:custGeom xmlns:a="http://schemas.openxmlformats.org/drawingml/2006/main">
            <a:rect l="0" t="0" r="0" b="0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246AAF"/>
            </a:solidFill>
          </a:ln>
        </p:spPr>
      </p:sp>
      <p:sp>
        <p:nvSpPr>
          <p:cNvPr id="47" name="最快也只能">
            <a:extLst xmlns:a="http://schemas.openxmlformats.org/drawingml/2006/main">
              <a:ext uri="{FF2B5EF4-FFF2-40B4-BE49-F238E27FC236}">
                <a16:creationId xmlns:a16="http://schemas.microsoft.com/office/drawing/2014/main" id="{4FF5DB7D-8660-4819-AB36-E6FF2E74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最快也只能</a:t>
            </a:r>
          </a:p>
        </p:txBody>
      </p:sp>
      <p:sp>
        <p:nvSpPr>
          <p:cNvPr id="48" name="手繪多邊形: 圖案 47">
            <a:extLst xmlns:a="http://schemas.openxmlformats.org/drawingml/2006/main">
              <a:ext uri="{FF2B5EF4-FFF2-40B4-BE49-F238E27FC236}">
                <a16:creationId xmlns:a16="http://schemas.microsoft.com/office/drawing/2014/main" id="{73188B45-FDC4-4579-B5A7-B0A3327A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5D5DB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1B4AD558-E11A-45C6-A0D9-93AF44F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52775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2C28"/>
          </a:solidFill>
          <a:ln xmlns:a="http://schemas.openxmlformats.org/drawingml/2006/main" w="14288">
            <a:solidFill>
              <a:srgbClr val="B32C28"/>
            </a:solidFill>
          </a:ln>
        </p:spPr>
      </p:sp>
      <p:sp>
        <p:nvSpPr>
          <p:cNvPr id="50" name="手繪多邊形: 圖案 49">
            <a:extLst xmlns:a="http://schemas.openxmlformats.org/drawingml/2006/main">
              <a:ext uri="{FF2B5EF4-FFF2-40B4-BE49-F238E27FC236}">
                <a16:creationId xmlns:a16="http://schemas.microsoft.com/office/drawing/2014/main" id="{75CE96E4-42E9-46FB-A8C4-27D1263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3810000" cy="9525"/>
          </a:xfrm>
          <a:custGeom xmlns:a="http://schemas.openxmlformats.org/drawingml/2006/main">
            <a:rect l="0" t="0" r="0" b="0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1309CD4B-E279-41D6-97D6-0B27E44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1">
            <a:extLst xmlns:a="http://schemas.openxmlformats.org/drawingml/2006/main">
              <a:ext uri="{FF2B5EF4-FFF2-40B4-BE49-F238E27FC236}">
                <a16:creationId xmlns:a16="http://schemas.microsoft.com/office/drawing/2014/main" id="{56FC1367-B6E3-466E-A3BD-0779B728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D93EC398-2B35-4DDA-84DE-B8BF61F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2">
            <a:extLst xmlns:a="http://schemas.openxmlformats.org/drawingml/2006/main">
              <a:ext uri="{FF2B5EF4-FFF2-40B4-BE49-F238E27FC236}">
                <a16:creationId xmlns:a16="http://schemas.microsoft.com/office/drawing/2014/main" id="{AB7B2446-0B36-4234-B3ED-86FD2810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AD7F28E-3179-4FC2-A29A-92BF619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3">
            <a:extLst xmlns:a="http://schemas.openxmlformats.org/drawingml/2006/main">
              <a:ext uri="{FF2B5EF4-FFF2-40B4-BE49-F238E27FC236}">
                <a16:creationId xmlns:a16="http://schemas.microsoft.com/office/drawing/2014/main" id="{5678F044-71FB-473B-9C29-69ED2C15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3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2FC6C9BA-8DA2-4816-A39F-1DF003B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4">
            <a:extLst xmlns:a="http://schemas.openxmlformats.org/drawingml/2006/main">
              <a:ext uri="{FF2B5EF4-FFF2-40B4-BE49-F238E27FC236}">
                <a16:creationId xmlns:a16="http://schemas.microsoft.com/office/drawing/2014/main" id="{8B542A62-D28A-4F80-8745-0CCA4059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9A79C4CB-3253-4B2C-ADBF-3967EF9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7338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60" name="5">
            <a:extLst xmlns:a="http://schemas.openxmlformats.org/drawingml/2006/main">
              <a:ext uri="{FF2B5EF4-FFF2-40B4-BE49-F238E27FC236}">
                <a16:creationId xmlns:a16="http://schemas.microsoft.com/office/drawing/2014/main" id="{9327A282-2794-4A49-ABF8-63B7C282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819525"/>
            <a:ext cx="323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5</a:t>
            </a:r>
          </a:p>
        </p:txBody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2BBD0AB9-C9F8-410E-97CD-A873668F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81000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3～4 秒的傳送超出窗口">
            <a:extLst xmlns:a="http://schemas.openxmlformats.org/drawingml/2006/main">
              <a:ext uri="{FF2B5EF4-FFF2-40B4-BE49-F238E27FC236}">
                <a16:creationId xmlns:a16="http://schemas.microsoft.com/office/drawing/2014/main" id="{F0EFCA0A-AB84-492E-B278-9FA2522E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3～4 秒的傳送超出窗口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7F4DB8A8-06AF-4031-A4B3-628E9DD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L₂(B,8)]">
            <a:extLst xmlns:a="http://schemas.openxmlformats.org/drawingml/2006/main">
              <a:ext uri="{FF2B5EF4-FFF2-40B4-BE49-F238E27FC236}">
                <a16:creationId xmlns:a16="http://schemas.microsoft.com/office/drawing/2014/main" id="{EEA1A9FE-64C2-458D-BEDA-57D9D932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CE3E6D3D-A38D-4850-A334-98E6A244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8EF2F81E-6626-4FE4-879C-3945B51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81417C6C-46D6-4A01-AC01-9967CA34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沒有新標籤，Q 不變">
            <a:extLst xmlns:a="http://schemas.openxmlformats.org/drawingml/2006/main">
              <a:ext uri="{FF2B5EF4-FFF2-40B4-BE49-F238E27FC236}">
                <a16:creationId xmlns:a16="http://schemas.microsoft.com/office/drawing/2014/main" id="{B5C724FD-BBB5-49AF-A1E7-A7C22A68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沒有新標籤；Q 仍為 [L₂(c4,8,7,L₀)]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3FA8DD8C-319F-4575-AE4C-4F970933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2230C4A4-4AA8-4705-8092-0513770E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C9D7BE7F-2350-4F8C-B3E7-66D45C61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A33FCE2C-010E-478D-A35D-9F3C532D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CABD307D-5BE4-4342-9BA6-CF4361C9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D8D594CE-6E64-4619-95BC-CF7ECB71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BBA192A7-2B16-432A-801A-5C060B2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4229F358-ED27-4F4A-B24D-2EC22983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DFAD2C03-81CD-4FA5-BB9B-63E886E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96074921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13　取出晚到 B 的 L₂：先試 c2">
            <a:extLst xmlns:a="http://schemas.openxmlformats.org/drawingml/2006/main">
              <a:ext uri="{FF2B5EF4-FFF2-40B4-BE49-F238E27FC236}">
                <a16:creationId xmlns:a16="http://schemas.microsoft.com/office/drawing/2014/main" id="{E0885A27-4015-48A5-81DC-4D68DA80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13　取出晚到 B 的 L₂：先試 c2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2EEA4BEE-E5C4-442F-A975-C2A23F6F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18</a:t>
            </a:r>
          </a:p>
        </p:txBody>
      </p:sp>
      <p:sp>
        <p:nvSpPr>
          <p:cNvPr id="3" name="c2 仍為 0 MB，直接拒絕；接著嘗試 c5。">
            <a:extLst xmlns:a="http://schemas.openxmlformats.org/drawingml/2006/main">
              <a:ext uri="{FF2B5EF4-FFF2-40B4-BE49-F238E27FC236}">
                <a16:creationId xmlns:a16="http://schemas.microsoft.com/office/drawing/2014/main" id="{ECDC7E4B-FBF1-4E3B-A5E6-6D95CA9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c2 仍為 0 MB，直接拒絕；接著嘗試 c5。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59C382FE-A0E8-457B-9FE7-56F624F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FF28CD84-D8CE-48EC-AE40-C6FD45E5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3B4EB14-43ED-4222-A7A1-3E44C125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B4B26C45-6879-42D1-AD3C-4B8887BA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B32C28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E02F9A03-B31D-4C4D-A1E1-2131C66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32C28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02755795-C4E7-46ED-9F3D-9603B700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7D1D473-82A0-46E1-A9CB-AA6CC068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0" y="0"/>
                </a:moveTo>
                <a:lnTo>
                  <a:pt x="15240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B1E6A61F-C184-434C-B03A-4549FB8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809" y="2234760"/>
            <a:ext cx="152400" cy="152400"/>
          </a:xfrm>
          <a:custGeom xmlns:a="http://schemas.openxmlformats.org/drawingml/2006/main">
            <a:rect l="0" t="0" r="0" b="0"/>
            <a:pathLst>
              <a:path w="152400" h="152400">
                <a:moveTo>
                  <a:pt x="152400" y="0"/>
                </a:moveTo>
                <a:lnTo>
                  <a:pt x="0" y="1524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32C28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823BCC54-E3A5-4512-83FF-CA95304D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7BA85D2-93B2-4E62-A5D1-6544437C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4" name="c3">
            <a:extLst xmlns:a="http://schemas.openxmlformats.org/drawingml/2006/main">
              <a:ext uri="{FF2B5EF4-FFF2-40B4-BE49-F238E27FC236}">
                <a16:creationId xmlns:a16="http://schemas.microsoft.com/office/drawing/2014/main" id="{8840D084-8310-4C35-B519-FF47F14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5" name="手繪多邊形: 圖案 14">
            <a:extLst xmlns:a="http://schemas.openxmlformats.org/drawingml/2006/main">
              <a:ext uri="{FF2B5EF4-FFF2-40B4-BE49-F238E27FC236}">
                <a16:creationId xmlns:a16="http://schemas.microsoft.com/office/drawing/2014/main" id="{63611660-6809-4421-8793-BE8B744C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246AAF"/>
            </a:solidFill>
          </a:ln>
        </p:spPr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3A84CECF-922F-4A50-A7FF-2DE030C8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6AAF"/>
            </a:solidFill>
          </a:ln>
        </p:spPr>
      </p:sp>
      <p:sp>
        <p:nvSpPr>
          <p:cNvPr id="17" name="c4">
            <a:extLst xmlns:a="http://schemas.openxmlformats.org/drawingml/2006/main">
              <a:ext uri="{FF2B5EF4-FFF2-40B4-BE49-F238E27FC236}">
                <a16:creationId xmlns:a16="http://schemas.microsoft.com/office/drawing/2014/main" id="{B9D8A947-3B3C-4A71-9224-8909B6C8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246AAF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246AAF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D4338CD1-4BDF-4AE1-9580-C3526066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3AB23BE9-0D7E-4DA7-91F9-0E81044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c5">
            <a:extLst xmlns:a="http://schemas.openxmlformats.org/drawingml/2006/main">
              <a:ext uri="{FF2B5EF4-FFF2-40B4-BE49-F238E27FC236}">
                <a16:creationId xmlns:a16="http://schemas.microsoft.com/office/drawing/2014/main" id="{4DED0858-8004-49B1-A6E6-19A6B5B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21" name="手繪多邊形: 圖案 20">
            <a:extLst xmlns:a="http://schemas.openxmlformats.org/drawingml/2006/main">
              <a:ext uri="{FF2B5EF4-FFF2-40B4-BE49-F238E27FC236}">
                <a16:creationId xmlns:a16="http://schemas.microsoft.com/office/drawing/2014/main" id="{6B0F34D8-2BD5-4C59-B90A-D70520D4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416B5AF2-2715-4905-8E63-B5F853B1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c6">
            <a:extLst xmlns:a="http://schemas.openxmlformats.org/drawingml/2006/main">
              <a:ext uri="{FF2B5EF4-FFF2-40B4-BE49-F238E27FC236}">
                <a16:creationId xmlns:a16="http://schemas.microsoft.com/office/drawing/2014/main" id="{795B0EFB-083B-42A7-ABAC-C4083A31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4" name="手繪多邊形: 圖案 23">
            <a:extLst xmlns:a="http://schemas.openxmlformats.org/drawingml/2006/main">
              <a:ext uri="{FF2B5EF4-FFF2-40B4-BE49-F238E27FC236}">
                <a16:creationId xmlns:a16="http://schemas.microsoft.com/office/drawing/2014/main" id="{334A9087-800C-493B-B2C5-2337FF6C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E356228-AB57-4A93-9EEC-78341B2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c7">
            <a:extLst xmlns:a="http://schemas.openxmlformats.org/drawingml/2006/main">
              <a:ext uri="{FF2B5EF4-FFF2-40B4-BE49-F238E27FC236}">
                <a16:creationId xmlns:a16="http://schemas.microsoft.com/office/drawing/2014/main" id="{8F892623-33E3-4C24-A54D-6058A5B2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7" name="手繪多邊形: 圖案 26">
            <a:extLst xmlns:a="http://schemas.openxmlformats.org/drawingml/2006/main">
              <a:ext uri="{FF2B5EF4-FFF2-40B4-BE49-F238E27FC236}">
                <a16:creationId xmlns:a16="http://schemas.microsoft.com/office/drawing/2014/main" id="{37AAA61F-343E-4E17-A222-B610F0D4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8" name="手繪多邊形: 圖案 27">
            <a:extLst xmlns:a="http://schemas.openxmlformats.org/drawingml/2006/main">
              <a:ext uri="{FF2B5EF4-FFF2-40B4-BE49-F238E27FC236}">
                <a16:creationId xmlns:a16="http://schemas.microsoft.com/office/drawing/2014/main" id="{5B318BA8-2D7D-441F-B1B5-72C0F509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9" name="c8">
            <a:extLst xmlns:a="http://schemas.openxmlformats.org/drawingml/2006/main">
              <a:ext uri="{FF2B5EF4-FFF2-40B4-BE49-F238E27FC236}">
                <a16:creationId xmlns:a16="http://schemas.microsoft.com/office/drawing/2014/main" id="{BEF2837D-4E16-4696-8D87-3402FED5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D0973183-B743-4921-B9E3-77F807A2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X">
            <a:extLst xmlns:a="http://schemas.openxmlformats.org/drawingml/2006/main">
              <a:ext uri="{FF2B5EF4-FFF2-40B4-BE49-F238E27FC236}">
                <a16:creationId xmlns:a16="http://schemas.microsoft.com/office/drawing/2014/main" id="{C6EA6951-3E60-4776-875F-059BAE92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78941654-CAAF-40B5-A1BB-303C3D74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A">
            <a:extLst xmlns:a="http://schemas.openxmlformats.org/drawingml/2006/main">
              <a:ext uri="{FF2B5EF4-FFF2-40B4-BE49-F238E27FC236}">
                <a16:creationId xmlns:a16="http://schemas.microsoft.com/office/drawing/2014/main" id="{5BE2C40D-CB1A-46C3-977B-7FED9762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988B51E1-F246-4EB7-86AE-154E6DAF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5" name="B">
            <a:extLst xmlns:a="http://schemas.openxmlformats.org/drawingml/2006/main">
              <a:ext uri="{FF2B5EF4-FFF2-40B4-BE49-F238E27FC236}">
                <a16:creationId xmlns:a16="http://schemas.microsoft.com/office/drawing/2014/main" id="{66DF34D0-32FB-4729-ABDE-0768BD3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745EFB2D-F3CD-4469-93F7-2BCFD44D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C">
            <a:extLst xmlns:a="http://schemas.openxmlformats.org/drawingml/2006/main">
              <a:ext uri="{FF2B5EF4-FFF2-40B4-BE49-F238E27FC236}">
                <a16:creationId xmlns:a16="http://schemas.microsoft.com/office/drawing/2014/main" id="{436F1B5E-EADD-4DFC-89F4-2F1B426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8" name="橢圓 37">
            <a:extLst xmlns:a="http://schemas.openxmlformats.org/drawingml/2006/main">
              <a:ext uri="{FF2B5EF4-FFF2-40B4-BE49-F238E27FC236}">
                <a16:creationId xmlns:a16="http://schemas.microsoft.com/office/drawing/2014/main" id="{73C4CD39-AC58-4322-9574-4809476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9" name="D">
            <a:extLst xmlns:a="http://schemas.openxmlformats.org/drawingml/2006/main">
              <a:ext uri="{FF2B5EF4-FFF2-40B4-BE49-F238E27FC236}">
                <a16:creationId xmlns:a16="http://schemas.microsoft.com/office/drawing/2014/main" id="{712863AD-A457-4915-BEF1-A274878C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40" name="同一節點 B，以第 8 秒標籤再展開">
            <a:extLst xmlns:a="http://schemas.openxmlformats.org/drawingml/2006/main">
              <a:ext uri="{FF2B5EF4-FFF2-40B4-BE49-F238E27FC236}">
                <a16:creationId xmlns:a16="http://schemas.microsoft.com/office/drawing/2014/main" id="{3DD5F027-D94E-4E27-B9FF-564E7060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同一節點 B，以第 8 秒標籤再展開</a:t>
            </a:r>
          </a:p>
        </p:txBody>
      </p:sp>
      <p:sp>
        <p:nvSpPr>
          <p:cNvPr id="41" name="新 bundle：4 MB">
            <a:extLst xmlns:a="http://schemas.openxmlformats.org/drawingml/2006/main">
              <a:ext uri="{FF2B5EF4-FFF2-40B4-BE49-F238E27FC236}">
                <a16:creationId xmlns:a16="http://schemas.microsoft.com/office/drawing/2014/main" id="{F14BBFC7-91A0-4424-BD67-CAB9A4A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新 bundle：4 MB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22EF8A7-09A3-40A8-9C72-031233FB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7893F24-13C4-4C38-86F2-5EA53BD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EB84BE2-E18A-4A37-AC1B-BE5DDA90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151A47FD-4CD9-4BF4-864E-244A79E8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71750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AAF"/>
          </a:solidFill>
          <a:ln xmlns:a="http://schemas.openxmlformats.org/drawingml/2006/main" w="14288">
            <a:solidFill>
              <a:srgbClr val="246AAF"/>
            </a:solidFill>
          </a:ln>
        </p:spPr>
      </p:sp>
      <p:sp>
        <p:nvSpPr>
          <p:cNvPr id="46" name="contact 剩餘：0 MB">
            <a:extLst xmlns:a="http://schemas.openxmlformats.org/drawingml/2006/main">
              <a:ext uri="{FF2B5EF4-FFF2-40B4-BE49-F238E27FC236}">
                <a16:creationId xmlns:a16="http://schemas.microsoft.com/office/drawing/2014/main" id="{4EA5C4B0-D79C-4A50-A9A7-64426A9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contact 剩餘：0 MB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9A02D43-6F22-4198-AB95-E42553A8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EAD662D-AB22-4B23-B341-F33591E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58E17E1-C14D-47CA-86A0-66ECE7C5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E6E9988-8A80-4C0F-BA48-EC6A9BF6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14288">
            <a:solidFill>
              <a:srgbClr val="666666"/>
            </a:solidFill>
          </a:ln>
        </p:spPr>
      </p:sp>
      <p:sp>
        <p:nvSpPr>
          <p:cNvPr id="51" name="0 &lt; 4，整包放不下">
            <a:extLst xmlns:a="http://schemas.openxmlformats.org/drawingml/2006/main">
              <a:ext uri="{FF2B5EF4-FFF2-40B4-BE49-F238E27FC236}">
                <a16:creationId xmlns:a16="http://schemas.microsoft.com/office/drawing/2014/main" id="{5D1CEFFC-E232-41D4-8D55-EF9F2EEE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B32C28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B32C28"/>
                </a:solidFill>
                <a:latin typeface="DFKai-SB"/>
                <a:ea typeface="DFKai-SB"/>
                <a:cs typeface="DFKai-SB"/>
              </a:rPr>
              <a:t>0 &lt; 4，整包放不下</a:t>
            </a:r>
          </a:p>
        </p:txBody>
      </p:sp>
      <p:sp>
        <p:nvSpPr>
          <p:cNvPr id="52" name="Q 原本">
            <a:extLst xmlns:a="http://schemas.openxmlformats.org/drawingml/2006/main">
              <a:ext uri="{FF2B5EF4-FFF2-40B4-BE49-F238E27FC236}">
                <a16:creationId xmlns:a16="http://schemas.microsoft.com/office/drawing/2014/main" id="{DB64C6A9-DE44-4B49-AD6D-76B77AAB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53" name="[L₂(B,8)]">
            <a:extLst xmlns:a="http://schemas.openxmlformats.org/drawingml/2006/main">
              <a:ext uri="{FF2B5EF4-FFF2-40B4-BE49-F238E27FC236}">
                <a16:creationId xmlns:a16="http://schemas.microsoft.com/office/drawing/2014/main" id="{18E1108A-C0D7-459E-87DB-7EFA4031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[L₂(c4,8,7,L₀)]</a:t>
            </a:r>
          </a:p>
        </p:txBody>
      </p:sp>
      <p:sp>
        <p:nvSpPr>
          <p:cNvPr id="54" name="手繪多邊形: 圖案 53">
            <a:extLst xmlns:a="http://schemas.openxmlformats.org/drawingml/2006/main">
              <a:ext uri="{FF2B5EF4-FFF2-40B4-BE49-F238E27FC236}">
                <a16:creationId xmlns:a16="http://schemas.microsoft.com/office/drawing/2014/main" id="{47A72AF4-01D0-4BCC-B912-4AB85F9F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1C7008DC-1825-418C-A1DE-D4E516B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56" name="Q 更新">
            <a:extLst xmlns:a="http://schemas.openxmlformats.org/drawingml/2006/main">
              <a:ext uri="{FF2B5EF4-FFF2-40B4-BE49-F238E27FC236}">
                <a16:creationId xmlns:a16="http://schemas.microsoft.com/office/drawing/2014/main" id="{A69FE742-386A-428F-8BDE-6AD105AA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57" name="取出 L₂，Q=[]">
            <a:extLst xmlns:a="http://schemas.openxmlformats.org/drawingml/2006/main">
              <a:ext uri="{FF2B5EF4-FFF2-40B4-BE49-F238E27FC236}">
                <a16:creationId xmlns:a16="http://schemas.microsoft.com/office/drawing/2014/main" id="{BD0AC163-C406-4D3C-8A40-FD66F921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取出 L₂(c4,8,7,L₀)，Q=[]</a:t>
            </a:r>
          </a:p>
        </p:txBody>
      </p:sp>
      <p:sp>
        <p:nvSpPr>
          <p:cNvPr id="59" name="c1">
            <a:extLst xmlns:a="http://schemas.openxmlformats.org/drawingml/2006/main">
              <a:ext uri="{FF2B5EF4-FFF2-40B4-BE49-F238E27FC236}">
                <a16:creationId xmlns:a16="http://schemas.microsoft.com/office/drawing/2014/main" id="{B24FE18E-F4A0-41E0-955F-7F557043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0" name="c1">
            <a:extLst xmlns:a="http://schemas.openxmlformats.org/drawingml/2006/main">
              <a:ext uri="{FF2B5EF4-FFF2-40B4-BE49-F238E27FC236}">
                <a16:creationId xmlns:a16="http://schemas.microsoft.com/office/drawing/2014/main" id="{F354340D-D038-409F-A80E-8C41178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1" name="c1">
            <a:extLst xmlns:a="http://schemas.openxmlformats.org/drawingml/2006/main">
              <a:ext uri="{FF2B5EF4-FFF2-40B4-BE49-F238E27FC236}">
                <a16:creationId xmlns:a16="http://schemas.microsoft.com/office/drawing/2014/main" id="{48B1DB1E-22F9-4C60-B519-010CBF38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2" name="c1">
            <a:extLst xmlns:a="http://schemas.openxmlformats.org/drawingml/2006/main">
              <a:ext uri="{FF2B5EF4-FFF2-40B4-BE49-F238E27FC236}">
                <a16:creationId xmlns:a16="http://schemas.microsoft.com/office/drawing/2014/main" id="{CE75DD46-9A33-46E8-8627-8942F8CE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3" name="c1">
            <a:extLst xmlns:a="http://schemas.openxmlformats.org/drawingml/2006/main">
              <a:ext uri="{FF2B5EF4-FFF2-40B4-BE49-F238E27FC236}">
                <a16:creationId xmlns:a16="http://schemas.microsoft.com/office/drawing/2014/main" id="{A822FAEC-17C1-46A3-BDCF-24BF84B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4" name="c1">
            <a:extLst xmlns:a="http://schemas.openxmlformats.org/drawingml/2006/main">
              <a:ext uri="{FF2B5EF4-FFF2-40B4-BE49-F238E27FC236}">
                <a16:creationId xmlns:a16="http://schemas.microsoft.com/office/drawing/2014/main" id="{F7C76318-133A-4846-9D62-7066A7D8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046315CF-136E-4431-960E-9E6BEF2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F025A540-BBDD-40B6-83F9-0D5934C2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7" name="c7">
            <a:extLst xmlns:a="http://schemas.openxmlformats.org/drawingml/2006/main">
              <a:ext uri="{FF2B5EF4-FFF2-40B4-BE49-F238E27FC236}">
                <a16:creationId xmlns:a16="http://schemas.microsoft.com/office/drawing/2014/main" id="{C012BAD4-9404-4B5F-BFAF-D4A0CD25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21235990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14　晚到 B：可以等到 c5 再發送">
            <a:extLst xmlns:a="http://schemas.openxmlformats.org/drawingml/2006/main">
              <a:ext uri="{FF2B5EF4-FFF2-40B4-BE49-F238E27FC236}">
                <a16:creationId xmlns:a16="http://schemas.microsoft.com/office/drawing/2014/main" id="{7F1C5F49-8F74-4164-A384-980DB701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14　晚到 B：可以等到 c5 再發送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BDF3C40B-C0CC-4EA4-8839-5A12A9BD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19</a:t>
            </a:r>
          </a:p>
        </p:txBody>
      </p:sp>
      <p:sp>
        <p:nvSpPr>
          <p:cNvPr id="3" name="B 在 8～10 秒持有 4 MB，10～11 秒逐 byte ">
            <a:extLst xmlns:a="http://schemas.openxmlformats.org/drawingml/2006/main">
              <a:ext uri="{FF2B5EF4-FFF2-40B4-BE49-F238E27FC236}">
                <a16:creationId xmlns:a16="http://schemas.microsoft.com/office/drawing/2014/main" id="{D254CFF5-4143-49E7-8ED7-DB8EB009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 在 8～10 秒持有 4 MB，10～11 秒逐 byte 釋放，全程不超限。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E5930354-8CB7-484B-A6B4-FD2321BA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37317D53-9D81-4EC5-9181-63CB819C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3A588BE4-B03B-40AF-A028-B5E54D8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41443EA4-530F-4AE5-8557-0A425E89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D641299F-88C3-41D7-8A95-57E3F30B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A92E4422-7B5F-4234-B101-F0BB55E9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1598D9-BF82-4B6A-B151-88E7D7BE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372B29A9-BD31-4D9B-9F9A-0D4C2F04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F8C30795-D7FC-448D-8D51-520EF7B7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A72A460F-B18E-47FB-8B80-59A9057B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4E7A2B1A-DCCB-4C6E-A8FC-9E6E532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05F4959E-9327-4263-8B6E-2C05439B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9C531463-6CBC-4357-95C0-FE7C6949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44501EB4-5E45-4B6B-960E-E8E4B684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255B635F-8915-4D2D-A7D0-7D9E7AD2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24212AC-8EB9-4BDE-9E79-EA42B9BF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21DF215B-AC74-4135-A751-5545F28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9DCCBA0B-26F4-4692-8A96-66681FD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8A8C9DC7-5946-4DC5-9F28-F3C5ADE4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89016385-D9DB-490E-91B4-D5AF99D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4" name="c7">
            <a:extLst xmlns:a="http://schemas.openxmlformats.org/drawingml/2006/main">
              <a:ext uri="{FF2B5EF4-FFF2-40B4-BE49-F238E27FC236}">
                <a16:creationId xmlns:a16="http://schemas.microsoft.com/office/drawing/2014/main" id="{8F566EA2-A4F2-4273-8490-45241099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1832" y="303488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A707325B-868B-41F6-9072-A8B11551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CA5E97F7-0B31-4B99-9830-39ADE191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BE667458-7313-4232-8340-3EA3E5D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6F5CA2F-CB18-42C7-9575-E46C17AB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F81DCD38-120D-4DB4-BB42-2CDE93B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602AA44F-CFE5-48BB-BB4A-0BDC9A81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31613C32-7E47-4B4F-91CB-332526F2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601B15C-D446-4F2F-9A2A-5656D854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3C077A9A-CBF3-469E-A47D-855FFDD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5124892C-7586-44F5-8028-B88EEBF0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2C7EB11D-FB65-498C-998D-8B3252F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C885DEE6-836A-4805-98D9-D7EE654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1FF8D090-9C3F-4A85-BBF3-404B9545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選定安排">
            <a:extLst xmlns:a="http://schemas.openxmlformats.org/drawingml/2006/main">
              <a:ext uri="{FF2B5EF4-FFF2-40B4-BE49-F238E27FC236}">
                <a16:creationId xmlns:a16="http://schemas.microsoft.com/office/drawing/2014/main" id="{C4CFBDA4-207F-4BFD-AE3C-D87EC2F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8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綠：第二包選定安排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58DC5075-3A80-4271-9042-E957A296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E43FDDE6-D5C2-47E5-99C8-68C10485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1DB61E84-2D80-4915-848C-67B2E331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910C1A23-81E7-4EA5-81C5-D9F161EB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2BC9A2D6-4D78-4D24-838E-D79C4369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D754B777-36FE-4E06-BA9C-5BAE1327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6445D564-4D69-4FB7-8B1C-59F65B1E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D8E1D643-D6EE-4389-9B7A-353C212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81C693E4-E07C-4A76-AF3A-DB40D283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15EEF7FD-24E0-441D-8717-1A83E9C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A9A07024-BCE8-4D13-8B82-8E58543E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D5CDEF02-7FAC-4D09-B6BF-50C2EA75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C1530DCA-00BD-4088-B591-7873B047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1B26677D-9B8A-4ADA-B8CB-EFCB885C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77E7BC21-4967-4303-BC20-3C02976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C3F54565-2D08-45EA-B983-D24CC9FF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DFE2711F-ED22-451B-A697-4C85C36E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D07F2AFF-FDEE-4C2B-AB5F-28E774EC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5EDB26D6-861B-4034-B699-42906CA4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626EB52D-7F44-442E-9642-292B77A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777B8375-AADB-4F72-90AD-986604B4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1371600"/>
          </a:xfrm>
          <a:custGeom xmlns:a="http://schemas.openxmlformats.org/drawingml/2006/main">
            <a:rect l="0" t="0" r="0" b="0"/>
            <a:pathLst>
              <a:path w="4048125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  <a:lnTo>
                  <a:pt x="4048125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4DCF85FF-500C-4F7A-99A3-8E5D720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4D93CF7E-2EBA-485F-B303-1C83F8F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L₅ = (D,12,{c4:4,c5:4})">
            <a:extLst xmlns:a="http://schemas.openxmlformats.org/drawingml/2006/main">
              <a:ext uri="{FF2B5EF4-FFF2-40B4-BE49-F238E27FC236}">
                <a16:creationId xmlns:a16="http://schemas.microsoft.com/office/drawing/2014/main" id="{B47EE204-4E3F-4C06-B617-B6C3F49B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519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 = (c5, 12, 10, L₂)</a:t>
            </a:r>
          </a:p>
        </p:txBody>
      </p:sp>
      <p:sp>
        <p:nvSpPr>
          <p:cNvPr id="63" name="Q 原本">
            <a:extLst xmlns:a="http://schemas.openxmlformats.org/drawingml/2006/main">
              <a:ext uri="{FF2B5EF4-FFF2-40B4-BE49-F238E27FC236}">
                <a16:creationId xmlns:a16="http://schemas.microsoft.com/office/drawing/2014/main" id="{38F610D6-525D-4FF9-944D-F7A396C2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Q 原本</a:t>
            </a:r>
          </a:p>
        </p:txBody>
      </p:sp>
      <p:sp>
        <p:nvSpPr>
          <p:cNvPr id="64" name="[]">
            <a:extLst xmlns:a="http://schemas.openxmlformats.org/drawingml/2006/main">
              <a:ext uri="{FF2B5EF4-FFF2-40B4-BE49-F238E27FC236}">
                <a16:creationId xmlns:a16="http://schemas.microsoft.com/office/drawing/2014/main" id="{47C63EA6-758D-4BC1-882E-2937BB9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672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7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[]</a:t>
            </a:r>
          </a:p>
        </p:txBody>
      </p:sp>
      <p:sp>
        <p:nvSpPr>
          <p:cNvPr id="65" name="手繪多邊形: 圖案 64">
            <a:extLst xmlns:a="http://schemas.openxmlformats.org/drawingml/2006/main">
              <a:ext uri="{FF2B5EF4-FFF2-40B4-BE49-F238E27FC236}">
                <a16:creationId xmlns:a16="http://schemas.microsoft.com/office/drawing/2014/main" id="{6F641133-6101-4C03-BF3F-787A9EF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57775"/>
            <a:ext cx="9525" cy="200025"/>
          </a:xfrm>
          <a:custGeom xmlns:a="http://schemas.openxmlformats.org/drawingml/2006/main">
            <a:rect l="0" t="0" r="0" b="0"/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6" name="手繪多邊形: 圖案 65">
            <a:extLst xmlns:a="http://schemas.openxmlformats.org/drawingml/2006/main">
              <a:ext uri="{FF2B5EF4-FFF2-40B4-BE49-F238E27FC236}">
                <a16:creationId xmlns:a16="http://schemas.microsoft.com/office/drawing/2014/main" id="{4EF735A9-D305-4C89-865D-CB157FF3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60" y="5174210"/>
            <a:ext cx="91331" cy="83590"/>
          </a:xfrm>
          <a:custGeom xmlns:a="http://schemas.openxmlformats.org/drawingml/2006/main">
            <a:rect l="0" t="0" r="0" b="0"/>
            <a:pathLst>
              <a:path w="91331" h="83590">
                <a:moveTo>
                  <a:pt x="0" y="0"/>
                </a:moveTo>
                <a:lnTo>
                  <a:pt x="45665" y="83590"/>
                </a:lnTo>
                <a:lnTo>
                  <a:pt x="913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67" name="Q 更新">
            <a:extLst xmlns:a="http://schemas.openxmlformats.org/drawingml/2006/main">
              <a:ext uri="{FF2B5EF4-FFF2-40B4-BE49-F238E27FC236}">
                <a16:creationId xmlns:a16="http://schemas.microsoft.com/office/drawing/2014/main" id="{55C083FE-C877-4C7A-8080-EBCAA4C3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Q 更新</a:t>
            </a:r>
          </a:p>
        </p:txBody>
      </p:sp>
      <p:sp>
        <p:nvSpPr>
          <p:cNvPr id="68" name="[L₅(D,12)]">
            <a:extLst xmlns:a="http://schemas.openxmlformats.org/drawingml/2006/main">
              <a:ext uri="{FF2B5EF4-FFF2-40B4-BE49-F238E27FC236}">
                <a16:creationId xmlns:a16="http://schemas.microsoft.com/office/drawing/2014/main" id="{BD81A4F5-DCD3-4CAE-8499-5F0199CE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48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[L₅(c5,12,10,L₂)]</a:t>
            </a: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2C43FB6C-3DA2-42AD-9FB5-1B8E54FA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0B684F58-8B1F-48C8-9355-7CAFAB4A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38373E95-27DB-4BE0-A32C-A304408C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1">
            <a:extLst xmlns:a="http://schemas.openxmlformats.org/drawingml/2006/main">
              <a:ext uri="{FF2B5EF4-FFF2-40B4-BE49-F238E27FC236}">
                <a16:creationId xmlns:a16="http://schemas.microsoft.com/office/drawing/2014/main" id="{7978EB46-7BEE-4AE8-A7CF-C23D3DF0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4" name="c1">
            <a:extLst xmlns:a="http://schemas.openxmlformats.org/drawingml/2006/main">
              <a:ext uri="{FF2B5EF4-FFF2-40B4-BE49-F238E27FC236}">
                <a16:creationId xmlns:a16="http://schemas.microsoft.com/office/drawing/2014/main" id="{BE7C8913-6481-4BBB-AE92-250C9304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5" name="c1">
            <a:extLst xmlns:a="http://schemas.openxmlformats.org/drawingml/2006/main">
              <a:ext uri="{FF2B5EF4-FFF2-40B4-BE49-F238E27FC236}">
                <a16:creationId xmlns:a16="http://schemas.microsoft.com/office/drawing/2014/main" id="{A29D5894-455A-401B-82EC-2E7BB189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6" name="c1">
            <a:extLst xmlns:a="http://schemas.openxmlformats.org/drawingml/2006/main">
              <a:ext uri="{FF2B5EF4-FFF2-40B4-BE49-F238E27FC236}">
                <a16:creationId xmlns:a16="http://schemas.microsoft.com/office/drawing/2014/main" id="{EC6FCE90-2E24-4E6A-9A46-9386EC8E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7" name="c1">
            <a:extLst xmlns:a="http://schemas.openxmlformats.org/drawingml/2006/main">
              <a:ext uri="{FF2B5EF4-FFF2-40B4-BE49-F238E27FC236}">
                <a16:creationId xmlns:a16="http://schemas.microsoft.com/office/drawing/2014/main" id="{A9DD08CA-4088-4A32-83AE-5DF16653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8" name="c7">
            <a:extLst xmlns:a="http://schemas.openxmlformats.org/drawingml/2006/main">
              <a:ext uri="{FF2B5EF4-FFF2-40B4-BE49-F238E27FC236}">
                <a16:creationId xmlns:a16="http://schemas.microsoft.com/office/drawing/2014/main" id="{F030AB34-5023-4039-8C52-A3959B4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13504752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15　取出目的地：沿前驅回溯">
            <a:extLst xmlns:a="http://schemas.openxmlformats.org/drawingml/2006/main">
              <a:ext uri="{FF2B5EF4-FFF2-40B4-BE49-F238E27FC236}">
                <a16:creationId xmlns:a16="http://schemas.microsoft.com/office/drawing/2014/main" id="{6A8AFD44-4A1A-4E59-B4DC-FFF7AA8D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15　取出目的地：沿前驅回溯</a:t>
            </a:r>
          </a:p>
        </p:txBody>
      </p:sp>
      <p:sp>
        <p:nvSpPr>
          <p:cNvPr id="2" name="16">
            <a:extLst xmlns:a="http://schemas.openxmlformats.org/drawingml/2006/main">
              <a:ext uri="{FF2B5EF4-FFF2-40B4-BE49-F238E27FC236}">
                <a16:creationId xmlns:a16="http://schemas.microsoft.com/office/drawing/2014/main" id="{95633ACE-9B8C-4EC8-BE47-6B5841F3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20</a:t>
            </a:r>
          </a:p>
        </p:txBody>
      </p:sp>
      <p:sp>
        <p:nvSpPr>
          <p:cNvPr id="3" name="選定 A→B→D，第 12 秒完整到達；驗證後才更新資源。">
            <a:extLst xmlns:a="http://schemas.openxmlformats.org/drawingml/2006/main">
              <a:ext uri="{FF2B5EF4-FFF2-40B4-BE49-F238E27FC236}">
                <a16:creationId xmlns:a16="http://schemas.microsoft.com/office/drawing/2014/main" id="{7F18A762-9680-4492-BA40-6C9A4FE8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選定 A→B→D，第 12 秒完整到達；驗證後才更新資源。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0544981-896A-471B-AC49-D822CC80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3399"/>
            </a:solidFill>
          </a:ln>
        </p:spPr>
      </p:sp>
      <p:sp>
        <p:nvSpPr>
          <p:cNvPr id="5" name="L₀&#10;A,1">
            <a:extLst xmlns:a="http://schemas.openxmlformats.org/drawingml/2006/main">
              <a:ext uri="{FF2B5EF4-FFF2-40B4-BE49-F238E27FC236}">
                <a16:creationId xmlns:a16="http://schemas.microsoft.com/office/drawing/2014/main" id="{FB7B4FAD-7928-4A56-B6D7-7C90A328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L₀</a:t>
            </a:r>
          </a:p>
          <a:p xmlns:a="http://schemas.openxmlformats.org/drawingml/2006/main">
            <a:pPr algn="l">
              <a:buNone/>
              <a:defRPr sz="187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187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c₀, A=1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E9E3BB-9715-4F5E-B7F2-6BE258D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7" name="L₂&#10;B,8">
            <a:extLst xmlns:a="http://schemas.openxmlformats.org/drawingml/2006/main">
              <a:ext uri="{FF2B5EF4-FFF2-40B4-BE49-F238E27FC236}">
                <a16:creationId xmlns:a16="http://schemas.microsoft.com/office/drawing/2014/main" id="{599B6C87-AAB6-4C58-8429-92B6ECE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L₂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c4, A=8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s=7, pred=L₀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43EF1A-D06F-4883-B237-009CED4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09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743B"/>
            </a:solidFill>
          </a:ln>
        </p:spPr>
      </p:sp>
      <p:sp>
        <p:nvSpPr>
          <p:cNvPr id="9" name="L₅&#10;D,12">
            <a:extLst xmlns:a="http://schemas.openxmlformats.org/drawingml/2006/main">
              <a:ext uri="{FF2B5EF4-FFF2-40B4-BE49-F238E27FC236}">
                <a16:creationId xmlns:a16="http://schemas.microsoft.com/office/drawing/2014/main" id="{91CFB45E-EA8E-4181-9FD2-EC5787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66950"/>
            <a:ext cx="1981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L₅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c5, A=12</a:t>
            </a:r>
          </a:p>
          <a:p xmlns:a="http://schemas.openxmlformats.org/drawingml/2006/main">
            <a:pPr algn="l">
              <a:buNone/>
              <a:defRPr sz="17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7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s=10, pred=L₂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62C8800B-9382-4D1E-9AFF-734B0ED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38425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0" y="0"/>
                </a:moveTo>
                <a:lnTo>
                  <a:pt x="1619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1B6A26F5-417B-4563-B765-BB18000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1785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2" name="手繪多邊形: 圖案 11">
            <a:extLst xmlns:a="http://schemas.openxmlformats.org/drawingml/2006/main">
              <a:ext uri="{FF2B5EF4-FFF2-40B4-BE49-F238E27FC236}">
                <a16:creationId xmlns:a16="http://schemas.microsoft.com/office/drawing/2014/main" id="{6FEB4DF9-C355-4538-A329-1A85B2E7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38425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F46EB71B-1466-4A1C-BFBD-1DA8C25A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410" y="2592760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0" y="91331"/>
                </a:moveTo>
                <a:lnTo>
                  <a:pt x="83590" y="4566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c4：7～8 秒">
            <a:extLst xmlns:a="http://schemas.openxmlformats.org/drawingml/2006/main">
              <a:ext uri="{FF2B5EF4-FFF2-40B4-BE49-F238E27FC236}">
                <a16:creationId xmlns:a16="http://schemas.microsoft.com/office/drawing/2014/main" id="{D447D58A-81ED-4CA0-A939-29128C48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c4：7～8 秒</a:t>
            </a:r>
          </a:p>
        </p:txBody>
      </p:sp>
      <p:sp>
        <p:nvSpPr>
          <p:cNvPr id="15" name="c5：10～11 秒">
            <a:extLst xmlns:a="http://schemas.openxmlformats.org/drawingml/2006/main">
              <a:ext uri="{FF2B5EF4-FFF2-40B4-BE49-F238E27FC236}">
                <a16:creationId xmlns:a16="http://schemas.microsoft.com/office/drawing/2014/main" id="{1BFB8760-E9A6-40D7-AED5-3D79EEBD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7167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c5：10～11 秒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EA2BE7CD-6710-4B0D-B712-993EA70C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57600"/>
            <a:ext cx="1714500" cy="9525"/>
          </a:xfrm>
          <a:custGeom xmlns:a="http://schemas.openxmlformats.org/drawingml/2006/main">
            <a:rect l="0" t="0" r="0" b="0"/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BFC2E4FC-1B77-46EF-AD56-F27511C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8" name="手繪多邊形: 圖案 17">
            <a:extLst xmlns:a="http://schemas.openxmlformats.org/drawingml/2006/main">
              <a:ext uri="{FF2B5EF4-FFF2-40B4-BE49-F238E27FC236}">
                <a16:creationId xmlns:a16="http://schemas.microsoft.com/office/drawing/2014/main" id="{3787CA97-DD37-4564-9DEE-F33D2874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57600"/>
            <a:ext cx="1619250" cy="9525"/>
          </a:xfrm>
          <a:custGeom xmlns:a="http://schemas.openxmlformats.org/drawingml/2006/main">
            <a:rect l="0" t="0" r="0" b="0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275BA614-DA49-4417-9210-8FB735DD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1935"/>
            <a:ext cx="83590" cy="91331"/>
          </a:xfrm>
          <a:custGeom xmlns:a="http://schemas.openxmlformats.org/drawingml/2006/main">
            <a:rect l="0" t="0" r="0" b="0"/>
            <a:pathLst>
              <a:path w="83590" h="91331">
                <a:moveTo>
                  <a:pt x="83590" y="0"/>
                </a:moveTo>
                <a:lnTo>
                  <a:pt x="0" y="45665"/>
                </a:lnTo>
                <a:lnTo>
                  <a:pt x="83590" y="9133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20" name="pred 回溯方向">
            <a:extLst xmlns:a="http://schemas.openxmlformats.org/drawingml/2006/main">
              <a:ext uri="{FF2B5EF4-FFF2-40B4-BE49-F238E27FC236}">
                <a16:creationId xmlns:a16="http://schemas.microsoft.com/office/drawing/2014/main" id="{88B1B2DA-A238-491F-BDC5-8E30BC4B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433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pred：L₅ 找到 L₂，再找到 L₀</a:t>
            </a:r>
          </a:p>
        </p:txBody>
      </p:sp>
      <p:sp>
        <p:nvSpPr>
          <p:cNvPr id="21" name="R[c4]：8→4 MB　　　R[c5]：4→0 MB">
            <a:extLst xmlns:a="http://schemas.openxmlformats.org/drawingml/2006/main">
              <a:ext uri="{FF2B5EF4-FFF2-40B4-BE49-F238E27FC236}">
                <a16:creationId xmlns:a16="http://schemas.microsoft.com/office/drawing/2014/main" id="{6AA5AFF9-5093-426C-892A-4A99DD3E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863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4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R[c4]：8→4 MB　　　R[c5]：4→0 MB</a:t>
            </a:r>
          </a:p>
        </p:txBody>
      </p:sp>
    </p:spTree>
    <p:extLst>
      <p:ext uri="{BB962C8B-B14F-4D97-AF65-F5344CB8AC3E}">
        <p14:creationId xmlns:p14="http://schemas.microsoft.com/office/powerpoint/2010/main" val="58312570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16　兩包都接受後：B 的合計占用">
            <a:extLst xmlns:a="http://schemas.openxmlformats.org/drawingml/2006/main">
              <a:ext uri="{FF2B5EF4-FFF2-40B4-BE49-F238E27FC236}">
                <a16:creationId xmlns:a16="http://schemas.microsoft.com/office/drawing/2014/main" id="{C2375C4B-2C4E-466E-9E5A-62CE61A3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390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16　兩包都接受後：B 的合計占用</a:t>
            </a:r>
          </a:p>
        </p:txBody>
      </p:sp>
      <p:sp>
        <p:nvSpPr>
          <p:cNvPr id="2" name="17">
            <a:extLst xmlns:a="http://schemas.openxmlformats.org/drawingml/2006/main">
              <a:ext uri="{FF2B5EF4-FFF2-40B4-BE49-F238E27FC236}">
                <a16:creationId xmlns:a16="http://schemas.microsoft.com/office/drawing/2014/main" id="{935743C3-76B8-4BE9-82C3-C6B05F61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486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88888"/>
                </a:solidFill>
                <a:latin typeface="DFKai-SB"/>
                <a:ea typeface="DFKai-SB"/>
                <a:cs typeface="DFKai-SB"/>
              </a:defRPr>
            </a:pPr>
            <a:r>
              <a:rPr sz="1200">
                <a:solidFill>
                  <a:srgbClr val="888888"/>
                </a:solidFill>
                <a:latin typeface="DFKai-SB"/>
                <a:ea typeface="DFKai-SB"/>
                <a:cs typeface="DFKai-SB"/>
              </a:rPr>
              <a:t>21</a:t>
            </a:r>
          </a:p>
        </p:txBody>
      </p:sp>
      <p:sp>
        <p:nvSpPr>
          <p:cNvPr id="3" name="兩包的占用錯開，B 的合計峰值為 4 MB。">
            <a:extLst xmlns:a="http://schemas.openxmlformats.org/drawingml/2006/main">
              <a:ext uri="{FF2B5EF4-FFF2-40B4-BE49-F238E27FC236}">
                <a16:creationId xmlns:a16="http://schemas.microsoft.com/office/drawing/2014/main" id="{4A45C88B-FAF8-4AE7-A15C-741C4844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兩包的占用錯開，B 的合計峰值為 4 MB。</a:t>
            </a:r>
          </a:p>
        </p:txBody>
      </p:sp>
      <p:sp>
        <p:nvSpPr>
          <p:cNvPr id="4" name="手繪多邊形: 圖案 3">
            <a:extLst xmlns:a="http://schemas.openxmlformats.org/drawingml/2006/main">
              <a:ext uri="{FF2B5EF4-FFF2-40B4-BE49-F238E27FC236}">
                <a16:creationId xmlns:a16="http://schemas.microsoft.com/office/drawing/2014/main" id="{11F9D6E6-BF97-49A6-A506-213DEFDC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1641251" cy="246188"/>
          </a:xfrm>
          <a:custGeom xmlns:a="http://schemas.openxmlformats.org/drawingml/2006/main">
            <a:rect l="0" t="0" r="0" b="0"/>
            <a:pathLst>
              <a:path w="1641251" h="246188">
                <a:moveTo>
                  <a:pt x="0" y="0"/>
                </a:moveTo>
                <a:lnTo>
                  <a:pt x="952500" y="142875"/>
                </a:lnTo>
                <a:lnTo>
                  <a:pt x="1641251" y="246188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5" name="手繪多邊形: 圖案 4">
            <a:extLst xmlns:a="http://schemas.openxmlformats.org/drawingml/2006/main">
              <a:ext uri="{FF2B5EF4-FFF2-40B4-BE49-F238E27FC236}">
                <a16:creationId xmlns:a16="http://schemas.microsoft.com/office/drawing/2014/main" id="{C155094A-0F09-44F9-9798-A6867957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006" y="2194634"/>
            <a:ext cx="80495" cy="81288"/>
          </a:xfrm>
          <a:custGeom xmlns:a="http://schemas.openxmlformats.org/drawingml/2006/main">
            <a:rect l="0" t="0" r="0" b="0"/>
            <a:pathLst>
              <a:path w="80495" h="81288">
                <a:moveTo>
                  <a:pt x="0" y="81288"/>
                </a:moveTo>
                <a:lnTo>
                  <a:pt x="80495" y="51804"/>
                </a:lnTo>
                <a:lnTo>
                  <a:pt x="12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6" name="c1">
            <a:extLst xmlns:a="http://schemas.openxmlformats.org/drawingml/2006/main">
              <a:ext uri="{FF2B5EF4-FFF2-40B4-BE49-F238E27FC236}">
                <a16:creationId xmlns:a16="http://schemas.microsoft.com/office/drawing/2014/main" id="{E03C0640-B436-45E7-8B6D-4A92203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8859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c1</a:t>
            </a:r>
          </a:p>
        </p:txBody>
      </p:sp>
      <p:sp>
        <p:nvSpPr>
          <p:cNvPr id="7" name="手繪多邊形: 圖案 6">
            <a:extLst xmlns:a="http://schemas.openxmlformats.org/drawingml/2006/main">
              <a:ext uri="{FF2B5EF4-FFF2-40B4-BE49-F238E27FC236}">
                <a16:creationId xmlns:a16="http://schemas.microsoft.com/office/drawing/2014/main" id="{DEDC1CF1-04AB-4259-85B6-343F0E7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97299" cy="588969"/>
          </a:xfrm>
          <a:custGeom xmlns:a="http://schemas.openxmlformats.org/drawingml/2006/main">
            <a:rect l="0" t="0" r="0" b="0"/>
            <a:pathLst>
              <a:path w="1797299" h="588969">
                <a:moveTo>
                  <a:pt x="0" y="0"/>
                </a:moveTo>
                <a:lnTo>
                  <a:pt x="1135759" y="24960"/>
                </a:lnTo>
                <a:lnTo>
                  <a:pt x="1797299" y="58896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8" name="手繪多邊形: 圖案 7">
            <a:extLst xmlns:a="http://schemas.openxmlformats.org/drawingml/2006/main">
              <a:ext uri="{FF2B5EF4-FFF2-40B4-BE49-F238E27FC236}">
                <a16:creationId xmlns:a16="http://schemas.microsoft.com/office/drawing/2014/main" id="{4EAB0EE5-E1B9-4A64-B81A-D4A50A1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636" y="2794886"/>
            <a:ext cx="83913" cy="80084"/>
          </a:xfrm>
          <a:custGeom xmlns:a="http://schemas.openxmlformats.org/drawingml/2006/main">
            <a:rect l="0" t="0" r="0" b="0"/>
            <a:pathLst>
              <a:path w="83913" h="80084">
                <a:moveTo>
                  <a:pt x="0" y="62550"/>
                </a:moveTo>
                <a:lnTo>
                  <a:pt x="83913" y="80084"/>
                </a:lnTo>
                <a:lnTo>
                  <a:pt x="533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06913"/>
            </a:solidFill>
          </a:ln>
        </p:spPr>
      </p:sp>
      <p:sp>
        <p:nvSpPr>
          <p:cNvPr id="9" name="c2">
            <a:extLst xmlns:a="http://schemas.openxmlformats.org/drawingml/2006/main">
              <a:ext uri="{FF2B5EF4-FFF2-40B4-BE49-F238E27FC236}">
                <a16:creationId xmlns:a16="http://schemas.microsoft.com/office/drawing/2014/main" id="{3BB79F1A-0914-4BCF-8A66-2B224B0E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205378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C06913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C06913"/>
                </a:solidFill>
                <a:latin typeface="DFKai-SB"/>
                <a:ea typeface="DFKai-SB"/>
                <a:cs typeface="DFKai-SB"/>
              </a:rPr>
              <a:t>c2</a:t>
            </a:r>
          </a:p>
        </p:txBody>
      </p:sp>
      <p:sp>
        <p:nvSpPr>
          <p:cNvPr id="10" name="手繪多邊形: 圖案 9">
            <a:extLst xmlns:a="http://schemas.openxmlformats.org/drawingml/2006/main">
              <a:ext uri="{FF2B5EF4-FFF2-40B4-BE49-F238E27FC236}">
                <a16:creationId xmlns:a16="http://schemas.microsoft.com/office/drawing/2014/main" id="{42738EE2-2F4B-40C2-95BD-8B4E2443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91994"/>
            <a:ext cx="1660267" cy="1227506"/>
          </a:xfrm>
          <a:custGeom xmlns:a="http://schemas.openxmlformats.org/drawingml/2006/main">
            <a:rect l="0" t="0" r="0" b="0"/>
            <a:pathLst>
              <a:path w="1660267" h="1227506">
                <a:moveTo>
                  <a:pt x="0" y="1227506"/>
                </a:moveTo>
                <a:lnTo>
                  <a:pt x="815944" y="365677"/>
                </a:lnTo>
                <a:lnTo>
                  <a:pt x="1660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1" name="手繪多邊形: 圖案 10">
            <a:extLst xmlns:a="http://schemas.openxmlformats.org/drawingml/2006/main">
              <a:ext uri="{FF2B5EF4-FFF2-40B4-BE49-F238E27FC236}">
                <a16:creationId xmlns:a16="http://schemas.microsoft.com/office/drawing/2014/main" id="{0C305BE2-6EE0-4829-AC7D-4B6F4F3D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149" y="2384179"/>
            <a:ext cx="85368" cy="75427"/>
          </a:xfrm>
          <a:custGeom xmlns:a="http://schemas.openxmlformats.org/drawingml/2006/main">
            <a:rect l="0" t="0" r="0" b="0"/>
            <a:pathLst>
              <a:path w="85368" h="75427">
                <a:moveTo>
                  <a:pt x="32668" y="75427"/>
                </a:moveTo>
                <a:lnTo>
                  <a:pt x="85368" y="781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12" name="c3">
            <a:extLst xmlns:a="http://schemas.openxmlformats.org/drawingml/2006/main">
              <a:ext uri="{FF2B5EF4-FFF2-40B4-BE49-F238E27FC236}">
                <a16:creationId xmlns:a16="http://schemas.microsoft.com/office/drawing/2014/main" id="{3E63E7D0-209D-4C5F-B082-F73134B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219" y="250049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c3</a:t>
            </a:r>
          </a:p>
        </p:txBody>
      </p:sp>
      <p:sp>
        <p:nvSpPr>
          <p:cNvPr id="13" name="手繪多邊形: 圖案 12">
            <a:extLst xmlns:a="http://schemas.openxmlformats.org/drawingml/2006/main">
              <a:ext uri="{FF2B5EF4-FFF2-40B4-BE49-F238E27FC236}">
                <a16:creationId xmlns:a16="http://schemas.microsoft.com/office/drawing/2014/main" id="{4B7FABCE-D98E-415B-A223-6D31636E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9671"/>
            <a:ext cx="1721641" cy="1139829"/>
          </a:xfrm>
          <a:custGeom xmlns:a="http://schemas.openxmlformats.org/drawingml/2006/main">
            <a:rect l="0" t="0" r="0" b="0"/>
            <a:pathLst>
              <a:path w="1721641" h="1139829">
                <a:moveTo>
                  <a:pt x="0" y="1139829"/>
                </a:moveTo>
                <a:lnTo>
                  <a:pt x="1089056" y="668159"/>
                </a:lnTo>
                <a:lnTo>
                  <a:pt x="17216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4" name="手繪多邊形: 圖案 13">
            <a:extLst xmlns:a="http://schemas.openxmlformats.org/drawingml/2006/main">
              <a:ext uri="{FF2B5EF4-FFF2-40B4-BE49-F238E27FC236}">
                <a16:creationId xmlns:a16="http://schemas.microsoft.com/office/drawing/2014/main" id="{DB539B94-C0F4-4A92-BBE0-69A148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8324" y="2479671"/>
            <a:ext cx="81567" cy="82886"/>
          </a:xfrm>
          <a:custGeom xmlns:a="http://schemas.openxmlformats.org/drawingml/2006/main">
            <a:rect l="0" t="0" r="0" b="0"/>
            <a:pathLst>
              <a:path w="81567" h="82886">
                <a:moveTo>
                  <a:pt x="59690" y="82886"/>
                </a:moveTo>
                <a:lnTo>
                  <a:pt x="81567" y="0"/>
                </a:lnTo>
                <a:lnTo>
                  <a:pt x="0" y="26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5" name="c4">
            <a:extLst xmlns:a="http://schemas.openxmlformats.org/drawingml/2006/main">
              <a:ext uri="{FF2B5EF4-FFF2-40B4-BE49-F238E27FC236}">
                <a16:creationId xmlns:a16="http://schemas.microsoft.com/office/drawing/2014/main" id="{98A5A746-1CDC-4855-B19F-C9420401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331" y="289065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c4</a:t>
            </a:r>
          </a:p>
        </p:txBody>
      </p:sp>
      <p:sp>
        <p:nvSpPr>
          <p:cNvPr id="16" name="手繪多邊形: 圖案 15">
            <a:extLst xmlns:a="http://schemas.openxmlformats.org/drawingml/2006/main">
              <a:ext uri="{FF2B5EF4-FFF2-40B4-BE49-F238E27FC236}">
                <a16:creationId xmlns:a16="http://schemas.microsoft.com/office/drawing/2014/main" id="{51FFB51A-7130-4FF4-85A7-F99173C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1733614" cy="756140"/>
          </a:xfrm>
          <a:custGeom xmlns:a="http://schemas.openxmlformats.org/drawingml/2006/main">
            <a:rect l="0" t="0" r="0" b="0"/>
            <a:pathLst>
              <a:path w="1733614" h="756140">
                <a:moveTo>
                  <a:pt x="0" y="0"/>
                </a:moveTo>
                <a:lnTo>
                  <a:pt x="864491" y="737040"/>
                </a:lnTo>
                <a:lnTo>
                  <a:pt x="1733614" y="75614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17" name="手繪多邊形: 圖案 16">
            <a:extLst xmlns:a="http://schemas.openxmlformats.org/drawingml/2006/main">
              <a:ext uri="{FF2B5EF4-FFF2-40B4-BE49-F238E27FC236}">
                <a16:creationId xmlns:a16="http://schemas.microsoft.com/office/drawing/2014/main" id="{513BC6B7-4BD2-4373-8153-B8005F5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49" y="2999398"/>
            <a:ext cx="76116" cy="82178"/>
          </a:xfrm>
          <a:custGeom xmlns:a="http://schemas.openxmlformats.org/drawingml/2006/main">
            <a:rect l="0" t="0" r="0" b="0"/>
            <a:pathLst>
              <a:path w="76116" h="82178">
                <a:moveTo>
                  <a:pt x="0" y="82178"/>
                </a:moveTo>
                <a:lnTo>
                  <a:pt x="76116" y="42742"/>
                </a:lnTo>
                <a:lnTo>
                  <a:pt x="18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6743B"/>
            </a:solidFill>
          </a:ln>
        </p:spPr>
      </p:sp>
      <p:sp>
        <p:nvSpPr>
          <p:cNvPr id="18" name="c5">
            <a:extLst xmlns:a="http://schemas.openxmlformats.org/drawingml/2006/main">
              <a:ext uri="{FF2B5EF4-FFF2-40B4-BE49-F238E27FC236}">
                <a16:creationId xmlns:a16="http://schemas.microsoft.com/office/drawing/2014/main" id="{BA871D9E-4AF3-4976-BDF3-4558087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6766" y="27658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c5</a:t>
            </a:r>
          </a:p>
        </p:txBody>
      </p:sp>
      <p:sp>
        <p:nvSpPr>
          <p:cNvPr id="19" name="手繪多邊形: 圖案 18">
            <a:extLst xmlns:a="http://schemas.openxmlformats.org/drawingml/2006/main">
              <a:ext uri="{FF2B5EF4-FFF2-40B4-BE49-F238E27FC236}">
                <a16:creationId xmlns:a16="http://schemas.microsoft.com/office/drawing/2014/main" id="{D311256F-CDB8-44C1-A8F4-989D603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1643479" cy="328696"/>
          </a:xfrm>
          <a:custGeom xmlns:a="http://schemas.openxmlformats.org/drawingml/2006/main">
            <a:rect l="0" t="0" r="0" b="0"/>
            <a:pathLst>
              <a:path w="1643479" h="328696">
                <a:moveTo>
                  <a:pt x="0" y="0"/>
                </a:moveTo>
                <a:lnTo>
                  <a:pt x="952500" y="190500"/>
                </a:lnTo>
                <a:lnTo>
                  <a:pt x="1643479" y="3286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0" name="手繪多邊形: 圖案 19">
            <a:extLst xmlns:a="http://schemas.openxmlformats.org/drawingml/2006/main">
              <a:ext uri="{FF2B5EF4-FFF2-40B4-BE49-F238E27FC236}">
                <a16:creationId xmlns:a16="http://schemas.microsoft.com/office/drawing/2014/main" id="{96917DF8-6C4B-41C7-8C23-1A3F0E16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899" y="3893141"/>
            <a:ext cx="81830" cy="80601"/>
          </a:xfrm>
          <a:custGeom xmlns:a="http://schemas.openxmlformats.org/drawingml/2006/main">
            <a:rect l="0" t="0" r="0" b="0"/>
            <a:pathLst>
              <a:path w="81830" h="80601">
                <a:moveTo>
                  <a:pt x="0" y="80601"/>
                </a:moveTo>
                <a:lnTo>
                  <a:pt x="81830" y="55055"/>
                </a:lnTo>
                <a:lnTo>
                  <a:pt x="161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1" name="c6">
            <a:extLst xmlns:a="http://schemas.openxmlformats.org/drawingml/2006/main">
              <a:ext uri="{FF2B5EF4-FFF2-40B4-BE49-F238E27FC236}">
                <a16:creationId xmlns:a16="http://schemas.microsoft.com/office/drawing/2014/main" id="{DE078FF0-D292-4438-A37B-1EEE3890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528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c6</a:t>
            </a:r>
          </a:p>
        </p:txBody>
      </p:sp>
      <p:sp>
        <p:nvSpPr>
          <p:cNvPr id="22" name="手繪多邊形: 圖案 21">
            <a:extLst xmlns:a="http://schemas.openxmlformats.org/drawingml/2006/main">
              <a:ext uri="{FF2B5EF4-FFF2-40B4-BE49-F238E27FC236}">
                <a16:creationId xmlns:a16="http://schemas.microsoft.com/office/drawing/2014/main" id="{7F9C63E3-032D-4012-A226-AE3A2BB2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237"/>
            <a:ext cx="1739764" cy="895263"/>
          </a:xfrm>
          <a:custGeom xmlns:a="http://schemas.openxmlformats.org/drawingml/2006/main">
            <a:rect l="0" t="0" r="0" b="0"/>
            <a:pathLst>
              <a:path w="1739764" h="895263">
                <a:moveTo>
                  <a:pt x="0" y="895263"/>
                </a:moveTo>
                <a:lnTo>
                  <a:pt x="889557" y="186819"/>
                </a:lnTo>
                <a:lnTo>
                  <a:pt x="17397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3" name="手繪多邊形: 圖案 22">
            <a:extLst xmlns:a="http://schemas.openxmlformats.org/drawingml/2006/main">
              <a:ext uri="{FF2B5EF4-FFF2-40B4-BE49-F238E27FC236}">
                <a16:creationId xmlns:a16="http://schemas.microsoft.com/office/drawing/2014/main" id="{2E795303-9D43-4614-9A7B-287A2AC5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716" y="3081242"/>
            <a:ext cx="82298" cy="80282"/>
          </a:xfrm>
          <a:custGeom xmlns:a="http://schemas.openxmlformats.org/drawingml/2006/main">
            <a:rect l="0" t="0" r="0" b="0"/>
            <a:pathLst>
              <a:path w="82298" h="80282">
                <a:moveTo>
                  <a:pt x="17641" y="80282"/>
                </a:moveTo>
                <a:lnTo>
                  <a:pt x="82298" y="23996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5" name="手繪多邊形: 圖案 24">
            <a:extLst xmlns:a="http://schemas.openxmlformats.org/drawingml/2006/main">
              <a:ext uri="{FF2B5EF4-FFF2-40B4-BE49-F238E27FC236}">
                <a16:creationId xmlns:a16="http://schemas.microsoft.com/office/drawing/2014/main" id="{20C851CC-39D2-401D-BC7C-BE2C2AFE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14148"/>
            <a:ext cx="1791626" cy="786352"/>
          </a:xfrm>
          <a:custGeom xmlns:a="http://schemas.openxmlformats.org/drawingml/2006/main">
            <a:rect l="0" t="0" r="0" b="0"/>
            <a:pathLst>
              <a:path w="1791626" h="786352">
                <a:moveTo>
                  <a:pt x="0" y="786352"/>
                </a:moveTo>
                <a:lnTo>
                  <a:pt x="1110693" y="542295"/>
                </a:lnTo>
                <a:lnTo>
                  <a:pt x="179162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6" name="手繪多邊形: 圖案 25">
            <a:extLst xmlns:a="http://schemas.openxmlformats.org/drawingml/2006/main">
              <a:ext uri="{FF2B5EF4-FFF2-40B4-BE49-F238E27FC236}">
                <a16:creationId xmlns:a16="http://schemas.microsoft.com/office/drawing/2014/main" id="{256B48D9-7D33-4EE6-9BF0-F3B844CA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424" y="3214148"/>
            <a:ext cx="84452" cy="79016"/>
          </a:xfrm>
          <a:custGeom xmlns:a="http://schemas.openxmlformats.org/drawingml/2006/main">
            <a:rect l="0" t="0" r="0" b="0"/>
            <a:pathLst>
              <a:path w="84452" h="79016">
                <a:moveTo>
                  <a:pt x="51207" y="79016"/>
                </a:moveTo>
                <a:lnTo>
                  <a:pt x="84452" y="0"/>
                </a:lnTo>
                <a:lnTo>
                  <a:pt x="0" y="1471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5D5DB"/>
            </a:solidFill>
          </a:ln>
        </p:spPr>
      </p:sp>
      <p:sp>
        <p:nvSpPr>
          <p:cNvPr id="27" name="c8">
            <a:extLst xmlns:a="http://schemas.openxmlformats.org/drawingml/2006/main">
              <a:ext uri="{FF2B5EF4-FFF2-40B4-BE49-F238E27FC236}">
                <a16:creationId xmlns:a16="http://schemas.microsoft.com/office/drawing/2014/main" id="{5D0D5166-572D-4AC8-8ABE-C6CCAD1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968" y="3499268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c8</a:t>
            </a: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704BF6DF-2A64-404D-A8BC-29690D36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29" name="X">
            <a:extLst xmlns:a="http://schemas.openxmlformats.org/drawingml/2006/main">
              <a:ext uri="{FF2B5EF4-FFF2-40B4-BE49-F238E27FC236}">
                <a16:creationId xmlns:a16="http://schemas.microsoft.com/office/drawing/2014/main" id="{E8A6A010-FB5F-4298-B9C4-A3E08F21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8117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X</a:t>
            </a: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4B7AB7FB-C1F6-4107-96F5-476884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1" name="A">
            <a:extLst xmlns:a="http://schemas.openxmlformats.org/drawingml/2006/main">
              <a:ext uri="{FF2B5EF4-FFF2-40B4-BE49-F238E27FC236}">
                <a16:creationId xmlns:a16="http://schemas.microsoft.com/office/drawing/2014/main" id="{943E3D94-1841-4EF2-B5D9-EB1019A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A</a:t>
            </a:r>
          </a:p>
        </p:txBody>
      </p:sp>
      <p:sp>
        <p:nvSpPr>
          <p:cNvPr id="32" name="橢圓 31">
            <a:extLst xmlns:a="http://schemas.openxmlformats.org/drawingml/2006/main">
              <a:ext uri="{FF2B5EF4-FFF2-40B4-BE49-F238E27FC236}">
                <a16:creationId xmlns:a16="http://schemas.microsoft.com/office/drawing/2014/main" id="{8E5E8135-20FF-488A-A5AA-907F7991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38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6743B"/>
            </a:solidFill>
          </a:ln>
        </p:spPr>
      </p:sp>
      <p:sp>
        <p:nvSpPr>
          <p:cNvPr id="33" name="B">
            <a:extLst xmlns:a="http://schemas.openxmlformats.org/drawingml/2006/main">
              <a:ext uri="{FF2B5EF4-FFF2-40B4-BE49-F238E27FC236}">
                <a16:creationId xmlns:a16="http://schemas.microsoft.com/office/drawing/2014/main" id="{BA0DC199-475D-4BAB-B1B7-797C30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066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16743B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16743B"/>
                </a:solidFill>
                <a:latin typeface="DFKai-SB"/>
                <a:ea typeface="DFKai-SB"/>
                <a:cs typeface="DFKai-SB"/>
              </a:rPr>
              <a:t>B</a:t>
            </a:r>
          </a:p>
        </p:txBody>
      </p:sp>
      <p:sp>
        <p:nvSpPr>
          <p:cNvPr id="34" name="橢圓 33">
            <a:extLst xmlns:a="http://schemas.openxmlformats.org/drawingml/2006/main">
              <a:ext uri="{FF2B5EF4-FFF2-40B4-BE49-F238E27FC236}">
                <a16:creationId xmlns:a16="http://schemas.microsoft.com/office/drawing/2014/main" id="{7DB14A19-6DEE-47E4-B169-D3021E65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52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5" name="C">
            <a:extLst xmlns:a="http://schemas.openxmlformats.org/drawingml/2006/main">
              <a:ext uri="{FF2B5EF4-FFF2-40B4-BE49-F238E27FC236}">
                <a16:creationId xmlns:a16="http://schemas.microsoft.com/office/drawing/2014/main" id="{FCAC2367-9DB0-4092-9257-3ACE58B7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814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C</a:t>
            </a:r>
          </a:p>
        </p:txBody>
      </p:sp>
      <p:sp>
        <p:nvSpPr>
          <p:cNvPr id="36" name="橢圓 35">
            <a:extLst xmlns:a="http://schemas.openxmlformats.org/drawingml/2006/main">
              <a:ext uri="{FF2B5EF4-FFF2-40B4-BE49-F238E27FC236}">
                <a16:creationId xmlns:a16="http://schemas.microsoft.com/office/drawing/2014/main" id="{A68F2DE0-2DC8-4042-ACEF-DCA2697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33399"/>
            </a:solidFill>
          </a:ln>
        </p:spPr>
      </p:sp>
      <p:sp>
        <p:nvSpPr>
          <p:cNvPr id="37" name="D">
            <a:extLst xmlns:a="http://schemas.openxmlformats.org/drawingml/2006/main">
              <a:ext uri="{FF2B5EF4-FFF2-40B4-BE49-F238E27FC236}">
                <a16:creationId xmlns:a16="http://schemas.microsoft.com/office/drawing/2014/main" id="{55AB794B-6834-41DD-940D-CDAE53AF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28925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550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D</a:t>
            </a:r>
          </a:p>
        </p:txBody>
      </p:sp>
      <p:sp>
        <p:nvSpPr>
          <p:cNvPr id="38" name="橘：第一包　綠：第二包">
            <a:extLst xmlns:a="http://schemas.openxmlformats.org/drawingml/2006/main">
              <a:ext uri="{FF2B5EF4-FFF2-40B4-BE49-F238E27FC236}">
                <a16:creationId xmlns:a16="http://schemas.microsoft.com/office/drawing/2014/main" id="{A2D21C71-5490-4E66-BEED-6A847875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10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橘：第一包　綠：第二包</a:t>
            </a:r>
          </a:p>
        </p:txBody>
      </p:sp>
      <p:sp>
        <p:nvSpPr>
          <p:cNvPr id="39" name="手繪多邊形: 圖案 38">
            <a:extLst xmlns:a="http://schemas.openxmlformats.org/drawingml/2006/main">
              <a:ext uri="{FF2B5EF4-FFF2-40B4-BE49-F238E27FC236}">
                <a16:creationId xmlns:a16="http://schemas.microsoft.com/office/drawing/2014/main" id="{39691F93-7855-410B-BB33-83D3B39F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28825"/>
            <a:ext cx="4048125" cy="1781175"/>
          </a:xfrm>
          <a:custGeom xmlns:a="http://schemas.openxmlformats.org/drawingml/2006/main">
            <a:rect l="0" t="0" r="0" b="0"/>
            <a:pathLst>
              <a:path w="4048125" h="1781175">
                <a:moveTo>
                  <a:pt x="0" y="0"/>
                </a:moveTo>
                <a:lnTo>
                  <a:pt x="0" y="1781175"/>
                </a:lnTo>
                <a:lnTo>
                  <a:pt x="4048125" y="17811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0" name="0">
            <a:extLst xmlns:a="http://schemas.openxmlformats.org/drawingml/2006/main">
              <a:ext uri="{FF2B5EF4-FFF2-40B4-BE49-F238E27FC236}">
                <a16:creationId xmlns:a16="http://schemas.microsoft.com/office/drawing/2014/main" id="{B6157924-BA54-4B27-B33F-AB31E79C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76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1" name="4">
            <a:extLst xmlns:a="http://schemas.openxmlformats.org/drawingml/2006/main">
              <a:ext uri="{FF2B5EF4-FFF2-40B4-BE49-F238E27FC236}">
                <a16:creationId xmlns:a16="http://schemas.microsoft.com/office/drawing/2014/main" id="{5142BEB3-138E-4463-AE32-71DF3EF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42" name="手繪多邊形: 圖案 41">
            <a:extLst xmlns:a="http://schemas.openxmlformats.org/drawingml/2006/main">
              <a:ext uri="{FF2B5EF4-FFF2-40B4-BE49-F238E27FC236}">
                <a16:creationId xmlns:a16="http://schemas.microsoft.com/office/drawing/2014/main" id="{78BF96D1-36C2-4A9E-8D79-A71E241B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4048125" cy="9525"/>
          </a:xfrm>
          <a:custGeom xmlns:a="http://schemas.openxmlformats.org/drawingml/2006/main">
            <a:rect l="0" t="0" r="0" b="0"/>
            <a:pathLst>
              <a:path w="4048125" h="9525">
                <a:moveTo>
                  <a:pt x="0" y="0"/>
                </a:moveTo>
                <a:lnTo>
                  <a:pt x="404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66666"/>
            </a:solidFill>
          </a:ln>
        </p:spPr>
      </p:sp>
      <p:sp>
        <p:nvSpPr>
          <p:cNvPr id="43" name="占用量（MB）">
            <a:extLst xmlns:a="http://schemas.openxmlformats.org/drawingml/2006/main">
              <a:ext uri="{FF2B5EF4-FFF2-40B4-BE49-F238E27FC236}">
                <a16:creationId xmlns:a16="http://schemas.microsoft.com/office/drawing/2014/main" id="{9EC2F97D-81C9-462A-8204-AA5EFE7E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1950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占用量（MB）</a:t>
            </a:r>
          </a:p>
        </p:txBody>
      </p:sp>
      <p:sp>
        <p:nvSpPr>
          <p:cNvPr id="44" name="上限 4">
            <a:extLst xmlns:a="http://schemas.openxmlformats.org/drawingml/2006/main">
              <a:ext uri="{FF2B5EF4-FFF2-40B4-BE49-F238E27FC236}">
                <a16:creationId xmlns:a16="http://schemas.microsoft.com/office/drawing/2014/main" id="{E500FEF3-ED3A-4F25-A326-7247A0FD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143125"/>
            <a:ext cx="1047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上限 4</a:t>
            </a:r>
          </a:p>
        </p:txBody>
      </p:sp>
      <p:sp>
        <p:nvSpPr>
          <p:cNvPr id="45" name="手繪多邊形: 圖案 44">
            <a:extLst xmlns:a="http://schemas.openxmlformats.org/drawingml/2006/main">
              <a:ext uri="{FF2B5EF4-FFF2-40B4-BE49-F238E27FC236}">
                <a16:creationId xmlns:a16="http://schemas.microsoft.com/office/drawing/2014/main" id="{B78367B7-B1A3-49A3-AE91-A42FA11E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6" name="0">
            <a:extLst xmlns:a="http://schemas.openxmlformats.org/drawingml/2006/main">
              <a:ext uri="{FF2B5EF4-FFF2-40B4-BE49-F238E27FC236}">
                <a16:creationId xmlns:a16="http://schemas.microsoft.com/office/drawing/2014/main" id="{C5E0759F-ACC3-4EB0-A6FC-13CF95C4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0</a:t>
            </a:r>
          </a:p>
        </p:txBody>
      </p:sp>
      <p:sp>
        <p:nvSpPr>
          <p:cNvPr id="47" name="手繪多邊形: 圖案 46">
            <a:extLst xmlns:a="http://schemas.openxmlformats.org/drawingml/2006/main">
              <a:ext uri="{FF2B5EF4-FFF2-40B4-BE49-F238E27FC236}">
                <a16:creationId xmlns:a16="http://schemas.microsoft.com/office/drawing/2014/main" id="{1C92B986-9CA4-46CE-A2D9-0392CED4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793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48" name="2">
            <a:extLst xmlns:a="http://schemas.openxmlformats.org/drawingml/2006/main">
              <a:ext uri="{FF2B5EF4-FFF2-40B4-BE49-F238E27FC236}">
                <a16:creationId xmlns:a16="http://schemas.microsoft.com/office/drawing/2014/main" id="{75082C34-9C65-4647-9BE4-5454245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553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2</a:t>
            </a:r>
          </a:p>
        </p:txBody>
      </p:sp>
      <p:sp>
        <p:nvSpPr>
          <p:cNvPr id="49" name="手繪多邊形: 圖案 48">
            <a:extLst xmlns:a="http://schemas.openxmlformats.org/drawingml/2006/main">
              <a:ext uri="{FF2B5EF4-FFF2-40B4-BE49-F238E27FC236}">
                <a16:creationId xmlns:a16="http://schemas.microsoft.com/office/drawing/2014/main" id="{64895229-0874-47A4-9C1A-4F8CB1B6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0" name="4">
            <a:extLst xmlns:a="http://schemas.openxmlformats.org/drawingml/2006/main">
              <a:ext uri="{FF2B5EF4-FFF2-40B4-BE49-F238E27FC236}">
                <a16:creationId xmlns:a16="http://schemas.microsoft.com/office/drawing/2014/main" id="{09D0D0CB-09C5-4D31-B534-18F8D844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022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4</a:t>
            </a:r>
          </a:p>
        </p:txBody>
      </p:sp>
      <p:sp>
        <p:nvSpPr>
          <p:cNvPr id="51" name="手繪多邊形: 圖案 50">
            <a:extLst xmlns:a="http://schemas.openxmlformats.org/drawingml/2006/main">
              <a:ext uri="{FF2B5EF4-FFF2-40B4-BE49-F238E27FC236}">
                <a16:creationId xmlns:a16="http://schemas.microsoft.com/office/drawing/2014/main" id="{A0F0B63F-6F6D-48EF-AD31-136F1C8A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2" name="6">
            <a:extLst xmlns:a="http://schemas.openxmlformats.org/drawingml/2006/main">
              <a:ext uri="{FF2B5EF4-FFF2-40B4-BE49-F238E27FC236}">
                <a16:creationId xmlns:a16="http://schemas.microsoft.com/office/drawing/2014/main" id="{566363C6-E5AF-4AEA-9E19-2B9612FD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6</a:t>
            </a:r>
          </a:p>
        </p:txBody>
      </p:sp>
      <p:sp>
        <p:nvSpPr>
          <p:cNvPr id="53" name="手繪多邊形: 圖案 52">
            <a:extLst xmlns:a="http://schemas.openxmlformats.org/drawingml/2006/main">
              <a:ext uri="{FF2B5EF4-FFF2-40B4-BE49-F238E27FC236}">
                <a16:creationId xmlns:a16="http://schemas.microsoft.com/office/drawing/2014/main" id="{9C97BEBB-131F-41C1-9C5F-C9B6CDD9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4" name="8">
            <a:extLst xmlns:a="http://schemas.openxmlformats.org/drawingml/2006/main">
              <a:ext uri="{FF2B5EF4-FFF2-40B4-BE49-F238E27FC236}">
                <a16:creationId xmlns:a16="http://schemas.microsoft.com/office/drawing/2014/main" id="{819DA5DE-2092-40E6-9D6A-0D542E6D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9600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8</a:t>
            </a:r>
          </a:p>
        </p:txBody>
      </p:sp>
      <p:sp>
        <p:nvSpPr>
          <p:cNvPr id="55" name="手繪多邊形: 圖案 54">
            <a:extLst xmlns:a="http://schemas.openxmlformats.org/drawingml/2006/main">
              <a:ext uri="{FF2B5EF4-FFF2-40B4-BE49-F238E27FC236}">
                <a16:creationId xmlns:a16="http://schemas.microsoft.com/office/drawing/2014/main" id="{4B96CADA-A055-41FC-95B6-4F5AF46C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6688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6" name="10">
            <a:extLst xmlns:a="http://schemas.openxmlformats.org/drawingml/2006/main">
              <a:ext uri="{FF2B5EF4-FFF2-40B4-BE49-F238E27FC236}">
                <a16:creationId xmlns:a16="http://schemas.microsoft.com/office/drawing/2014/main" id="{F3C27A56-ECA1-4F21-B782-008D5456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288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10</a:t>
            </a:r>
          </a:p>
        </p:txBody>
      </p:sp>
      <p:sp>
        <p:nvSpPr>
          <p:cNvPr id="57" name="手繪多邊形: 圖案 56">
            <a:extLst xmlns:a="http://schemas.openxmlformats.org/drawingml/2006/main">
              <a:ext uri="{FF2B5EF4-FFF2-40B4-BE49-F238E27FC236}">
                <a16:creationId xmlns:a16="http://schemas.microsoft.com/office/drawing/2014/main" id="{D3E2A5B5-4D26-454F-A0EB-4F38490F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3810000"/>
            <a:ext cx="9525" cy="47625"/>
          </a:xfrm>
          <a:custGeom xmlns:a="http://schemas.openxmlformats.org/drawingml/2006/main">
            <a:rect l="0" t="0" r="0" b="0"/>
            <a:pathLst>
              <a:path w="952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</a:ln>
        </p:spPr>
      </p:sp>
      <p:sp>
        <p:nvSpPr>
          <p:cNvPr id="58" name="12">
            <a:extLst xmlns:a="http://schemas.openxmlformats.org/drawingml/2006/main">
              <a:ext uri="{FF2B5EF4-FFF2-40B4-BE49-F238E27FC236}">
                <a16:creationId xmlns:a16="http://schemas.microsoft.com/office/drawing/2014/main" id="{336EFFE5-0081-44B7-AFF2-9E30A6B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886200"/>
            <a:ext cx="304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575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12</a:t>
            </a:r>
          </a:p>
        </p:txBody>
      </p:sp>
      <p:sp>
        <p:nvSpPr>
          <p:cNvPr id="59" name="手繪多邊形: 圖案 58">
            <a:extLst xmlns:a="http://schemas.openxmlformats.org/drawingml/2006/main">
              <a:ext uri="{FF2B5EF4-FFF2-40B4-BE49-F238E27FC236}">
                <a16:creationId xmlns:a16="http://schemas.microsoft.com/office/drawing/2014/main" id="{F4FE037F-5104-472A-921F-610D45B1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38400"/>
            <a:ext cx="2361406" cy="1371600"/>
          </a:xfrm>
          <a:custGeom xmlns:a="http://schemas.openxmlformats.org/drawingml/2006/main">
            <a:rect l="0" t="0" r="0" b="0"/>
            <a:pathLst>
              <a:path w="2361406" h="1371600">
                <a:moveTo>
                  <a:pt x="0" y="1371600"/>
                </a:moveTo>
                <a:lnTo>
                  <a:pt x="674688" y="1371600"/>
                </a:lnTo>
                <a:lnTo>
                  <a:pt x="1012031" y="0"/>
                </a:lnTo>
                <a:lnTo>
                  <a:pt x="2024063" y="0"/>
                </a:lnTo>
                <a:lnTo>
                  <a:pt x="2361406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06913"/>
            </a:solidFill>
          </a:ln>
        </p:spPr>
      </p:sp>
      <p:sp>
        <p:nvSpPr>
          <p:cNvPr id="60" name="手繪多邊形: 圖案 59">
            <a:extLst xmlns:a="http://schemas.openxmlformats.org/drawingml/2006/main">
              <a:ext uri="{FF2B5EF4-FFF2-40B4-BE49-F238E27FC236}">
                <a16:creationId xmlns:a16="http://schemas.microsoft.com/office/drawing/2014/main" id="{8FED52AA-2752-48CD-A143-0E89AFB5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656" y="2438400"/>
            <a:ext cx="1686719" cy="1371600"/>
          </a:xfrm>
          <a:custGeom xmlns:a="http://schemas.openxmlformats.org/drawingml/2006/main">
            <a:rect l="0" t="0" r="0" b="0"/>
            <a:pathLst>
              <a:path w="1686719" h="1371600">
                <a:moveTo>
                  <a:pt x="0" y="1371600"/>
                </a:moveTo>
                <a:lnTo>
                  <a:pt x="337344" y="0"/>
                </a:lnTo>
                <a:lnTo>
                  <a:pt x="1012031" y="0"/>
                </a:lnTo>
                <a:lnTo>
                  <a:pt x="1349375" y="1371600"/>
                </a:lnTo>
                <a:lnTo>
                  <a:pt x="1686719" y="1371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6743B"/>
            </a:solidFill>
          </a:ln>
        </p:spPr>
      </p:sp>
      <p:sp>
        <p:nvSpPr>
          <p:cNvPr id="61" name="秒">
            <a:extLst xmlns:a="http://schemas.openxmlformats.org/drawingml/2006/main">
              <a:ext uri="{FF2B5EF4-FFF2-40B4-BE49-F238E27FC236}">
                <a16:creationId xmlns:a16="http://schemas.microsoft.com/office/drawing/2014/main" id="{1759A581-3B54-4DBF-B1CA-F0D84B1D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86200"/>
            <a:ext cx="33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666666"/>
                </a:solidFill>
                <a:latin typeface="DFKai-SB"/>
                <a:ea typeface="DFKai-SB"/>
                <a:cs typeface="DFKai-SB"/>
              </a:defRPr>
            </a:pPr>
            <a:r>
              <a:rPr sz="1650">
                <a:solidFill>
                  <a:srgbClr val="666666"/>
                </a:solidFill>
                <a:latin typeface="DFKai-SB"/>
                <a:ea typeface="DFKai-SB"/>
                <a:cs typeface="DFKai-SB"/>
              </a:rPr>
              <a:t>秒</a:t>
            </a:r>
          </a:p>
        </p:txBody>
      </p:sp>
      <p:sp>
        <p:nvSpPr>
          <p:cNvPr id="62" name="第一包 8 秒到 D；第二包 12 秒到 D">
            <a:extLst xmlns:a="http://schemas.openxmlformats.org/drawingml/2006/main">
              <a:ext uri="{FF2B5EF4-FFF2-40B4-BE49-F238E27FC236}">
                <a16:creationId xmlns:a16="http://schemas.microsoft.com/office/drawing/2014/main" id="{C895EA0F-FA2F-4ABC-BB09-87D9A807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53816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33399"/>
                </a:solidFill>
                <a:latin typeface="DFKai-SB"/>
                <a:ea typeface="DFKai-SB"/>
                <a:cs typeface="DFKai-SB"/>
              </a:defRPr>
            </a:pPr>
            <a:r>
              <a:rPr sz="2025">
                <a:solidFill>
                  <a:srgbClr val="333399"/>
                </a:solidFill>
                <a:latin typeface="DFKai-SB"/>
                <a:ea typeface="DFKai-SB"/>
                <a:cs typeface="DFKai-SB"/>
              </a:rPr>
              <a:t>第一包 8 秒到 D；第二包 12 秒到 D</a:t>
            </a:r>
          </a:p>
        </p:txBody>
      </p:sp>
      <p:sp>
        <p:nvSpPr>
          <p:cNvPr id="63" name="R（c1～c8）=(0,0,4,4,0,4,2,4) MB">
            <a:extLst xmlns:a="http://schemas.openxmlformats.org/drawingml/2006/main">
              <a:ext uri="{FF2B5EF4-FFF2-40B4-BE49-F238E27FC236}">
                <a16:creationId xmlns:a16="http://schemas.microsoft.com/office/drawing/2014/main" id="{1555DCC5-CD6A-41F5-92F3-A0278A7F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>
                <a:solidFill>
                  <a:srgbClr val="222222"/>
                </a:solidFill>
                <a:latin typeface="DFKai-SB"/>
                <a:ea typeface="DFKai-SB"/>
                <a:cs typeface="DFKai-SB"/>
              </a:defRPr>
            </a:pPr>
            <a:r>
              <a:rPr sz="2325">
                <a:solidFill>
                  <a:srgbClr val="222222"/>
                </a:solidFill>
                <a:latin typeface="DFKai-SB"/>
                <a:ea typeface="DFKai-SB"/>
                <a:cs typeface="DFKai-SB"/>
              </a:rPr>
              <a:t>R（c1～c8）=(0,0,4,4,0,4,2,4) MB</a:t>
            </a:r>
          </a:p>
        </p:txBody>
      </p:sp>
      <p:sp>
        <p:nvSpPr>
          <p:cNvPr id="65" name="c1">
            <a:extLst xmlns:a="http://schemas.openxmlformats.org/drawingml/2006/main">
              <a:ext uri="{FF2B5EF4-FFF2-40B4-BE49-F238E27FC236}">
                <a16:creationId xmlns:a16="http://schemas.microsoft.com/office/drawing/2014/main" id="{11A2EF8B-55AE-4FB9-BFAE-38E482B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363" y="215124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6" name="c1">
            <a:extLst xmlns:a="http://schemas.openxmlformats.org/drawingml/2006/main">
              <a:ext uri="{FF2B5EF4-FFF2-40B4-BE49-F238E27FC236}">
                <a16:creationId xmlns:a16="http://schemas.microsoft.com/office/drawing/2014/main" id="{88E8B5B4-5C10-4BDC-9530-4C199650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617" y="2299753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[6,7]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7" name="c1">
            <a:extLst xmlns:a="http://schemas.openxmlformats.org/drawingml/2006/main">
              <a:ext uri="{FF2B5EF4-FFF2-40B4-BE49-F238E27FC236}">
                <a16:creationId xmlns:a16="http://schemas.microsoft.com/office/drawing/2014/main" id="{849078A1-D7DB-4C66-813D-D0B2540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86" y="2719002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8" name="c1">
            <a:extLst xmlns:a="http://schemas.openxmlformats.org/drawingml/2006/main">
              <a:ext uri="{FF2B5EF4-FFF2-40B4-BE49-F238E27FC236}">
                <a16:creationId xmlns:a16="http://schemas.microsoft.com/office/drawing/2014/main" id="{CCDAB3C6-414A-403B-9AD3-B9EE0D8E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04" y="311326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[7,9]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69" name="c1">
            <a:extLst xmlns:a="http://schemas.openxmlformats.org/drawingml/2006/main">
              <a:ext uri="{FF2B5EF4-FFF2-40B4-BE49-F238E27FC236}">
                <a16:creationId xmlns:a16="http://schemas.microsoft.com/office/drawing/2014/main" id="{15E4B2E0-245B-46D9-B510-7CE65FE9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1492" y="298388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[10,11]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0" name="c1">
            <a:extLst xmlns:a="http://schemas.openxmlformats.org/drawingml/2006/main">
              <a:ext uri="{FF2B5EF4-FFF2-40B4-BE49-F238E27FC236}">
                <a16:creationId xmlns:a16="http://schemas.microsoft.com/office/drawing/2014/main" id="{09EDB7DA-050E-4E05-B5F3-5D7EC061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899" y="3800091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[1,2]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1" name="c1">
            <a:extLst xmlns:a="http://schemas.openxmlformats.org/drawingml/2006/main">
              <a:ext uri="{FF2B5EF4-FFF2-40B4-BE49-F238E27FC236}">
                <a16:creationId xmlns:a16="http://schemas.microsoft.com/office/drawing/2014/main" id="{864D1A0F-A1A5-44EB-A825-2BA1B9F3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230" y="337546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[4,5]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2" name="c1">
            <a:extLst xmlns:a="http://schemas.openxmlformats.org/drawingml/2006/main">
              <a:ext uri="{FF2B5EF4-FFF2-40B4-BE49-F238E27FC236}">
                <a16:creationId xmlns:a16="http://schemas.microsoft.com/office/drawing/2014/main" id="{820E1E74-ED93-4D2B-AF40-859BDA3A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8034" y="3724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1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[2,3]</a:t>
            </a:r>
            <a:endParaRPr sz="1100">
              <a:solidFill>
                <a:srgbClr val="929299"/>
              </a:solidFill>
              <a:latin typeface="DFKai-SB"/>
              <a:ea typeface="DFKai-SB"/>
              <a:cs typeface="DFKai-SB"/>
            </a:endParaRPr>
          </a:p>
        </p:txBody>
      </p:sp>
      <p:sp>
        <p:nvSpPr>
          <p:cNvPr id="73" name="c7">
            <a:extLst xmlns:a="http://schemas.openxmlformats.org/drawingml/2006/main">
              <a:ext uri="{FF2B5EF4-FFF2-40B4-BE49-F238E27FC236}">
                <a16:creationId xmlns:a16="http://schemas.microsoft.com/office/drawing/2014/main" id="{87C99745-FEBD-4E76-A09A-D5077571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816" y="3139936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929299"/>
                </a:solidFill>
                <a:latin typeface="DFKai-SB"/>
                <a:ea typeface="DFKai-SB"/>
                <a:cs typeface="DFKai-SB"/>
              </a:defRPr>
            </a:pPr>
            <a:r>
              <a:rPr sz="1800">
                <a:solidFill>
                  <a:srgbClr val="929299"/>
                </a:solidFill>
                <a:latin typeface="DFKai-SB"/>
                <a:ea typeface="DFKai-SB"/>
                <a:cs typeface="DFKai-SB"/>
              </a:rPr>
              <a:t>c7</a:t>
            </a:r>
          </a:p>
        </p:txBody>
      </p:sp>
    </p:spTree>
    <p:extLst>
      <p:ext uri="{BB962C8B-B14F-4D97-AF65-F5344CB8AC3E}">
        <p14:creationId xmlns:p14="http://schemas.microsoft.com/office/powerpoint/2010/main" val="985438875"/>
      </p:ext>
    </p:extLst>
  </p:cSld>
</p:sld>
</file>

<file path=ppt/theme/theme1.xml><?xml version="1.0" encoding="utf-8"?>
<a:theme xmlns:a="http://schemas.openxmlformats.org/drawingml/2006/main" name="中正浮水印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ajorFont>
      <a:minorFont>
        <a:latin typeface="DFKai-SB"/>
        <a:ea typeface="DFKai-SB"/>
        <a:cs typeface="DFKai-SB"/>
        <a:font script="Jpan" typeface="DFKai-SB"/>
        <a:font script="Hang" typeface="DFKai-SB"/>
        <a:font script="Hans" typeface="DFKai-SB"/>
        <a:font script="Hant" typeface="DFKai-SB"/>
        <a:font script="Arab" typeface="DFKai-SB"/>
        <a:font script="Hebr" typeface="DFKai-SB"/>
        <a:font script="Thai" typeface="DFKai-SB"/>
        <a:font script="Ethi" typeface="DFKai-SB"/>
        <a:font script="Beng" typeface="DFKai-SB"/>
        <a:font script="Gujr" typeface="DFKai-SB"/>
        <a:font script="Khmr" typeface="DFKai-SB"/>
        <a:font script="Knda" typeface="DFKai-SB"/>
        <a:font script="Guru" typeface="DFKai-SB"/>
        <a:font script="Cans" typeface="DFKai-SB"/>
        <a:font script="Cher" typeface="DFKai-SB"/>
        <a:font script="Yiii" typeface="DFKai-SB"/>
        <a:font script="Tibt" typeface="DFKai-SB"/>
        <a:font script="Thaa" typeface="DFKai-SB"/>
        <a:font script="Deva" typeface="DFKai-SB"/>
        <a:font script="Telu" typeface="DFKai-SB"/>
        <a:font script="Taml" typeface="DFKai-SB"/>
        <a:font script="Syrc" typeface="DFKai-SB"/>
        <a:font script="Orya" typeface="DFKai-SB"/>
        <a:font script="Mlym" typeface="DFKai-SB"/>
        <a:font script="Laoo" typeface="DFKai-SB"/>
        <a:font script="Sinh" typeface="DFKai-SB"/>
        <a:font script="Mong" typeface="DFKai-SB"/>
        <a:font script="Viet" typeface="DFKai-SB"/>
        <a:font script="Uigh" typeface="DFKai-SB"/>
        <a:font script="Geor" typeface="DFKai-SB"/>
        <a:font script="Armn" typeface="DFKai-SB"/>
        <a:font script="Bugi" typeface="DFKai-SB"/>
        <a:font script="Bopo" typeface="DFKai-SB"/>
        <a:font script="Java" typeface="DFKai-SB"/>
        <a:font script="Lisu" typeface="DFKai-SB"/>
        <a:font script="Mymr" typeface="DFKai-SB"/>
        <a:font script="Nkoo" typeface="DFKai-SB"/>
        <a:font script="Olck" typeface="DFKai-SB"/>
        <a:font script="Osma" typeface="DFKai-SB"/>
        <a:font script="Phag" typeface="DFKai-SB"/>
        <a:font script="Syrn" typeface="DFKai-SB"/>
        <a:font script="Syrj" typeface="DFKai-SB"/>
        <a:font script="Syre" typeface="DFKai-SB"/>
        <a:font script="Sora" typeface="DFKai-SB"/>
        <a:font script="Tale" typeface="DFKai-SB"/>
        <a:font script="Talu" typeface="DFKai-SB"/>
        <a:font script="Tfng" typeface="DFKai-SB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2026-10-06T14:21:26.2630000Z</dcterms:created>
  <dcterms:modified xsi:type="dcterms:W3CDTF">2026-10-06T14:21:26.2630000Z</dcterms:modified>
</coreProperties>
</file>