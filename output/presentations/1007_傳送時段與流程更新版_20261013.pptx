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357330a66641d0" /><Relationship Type="http://schemas.openxmlformats.org/officeDocument/2006/relationships/extended-properties" Target="/docProps/app.xml" Id="R683eaa98e0fa4b49" /><Relationship Type="http://schemas.openxmlformats.org/officeDocument/2006/relationships/officeDocument" Target="/ppt/presentation.xml" Id="R59e0fca74f3742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c74b8d3e704540"/>
  </p:sldMasterIdLst>
  <p:notesMasterIdLst>
    <p:notesMasterId xmlns:r="http://schemas.openxmlformats.org/officeDocument/2006/relationships" r:id="Rdfb591a560c4437d"/>
  </p:notesMasterIdLst>
  <p:sldIdLst>
    <p:sldId xmlns:r="http://schemas.openxmlformats.org/officeDocument/2006/relationships" id="256" r:id="Ree1e27cd59874375"/>
    <p:sldId xmlns:r="http://schemas.openxmlformats.org/officeDocument/2006/relationships" id="257" r:id="R9a3dab3dddcc45a0"/>
    <p:sldId xmlns:r="http://schemas.openxmlformats.org/officeDocument/2006/relationships" id="258" r:id="Rf8c7363f60a34123"/>
    <p:sldId xmlns:r="http://schemas.openxmlformats.org/officeDocument/2006/relationships" id="259" r:id="Rd981cd7b360241bf"/>
    <p:sldId xmlns:r="http://schemas.openxmlformats.org/officeDocument/2006/relationships" id="260" r:id="Rd358ac1c0ade4593"/>
    <p:sldId xmlns:r="http://schemas.openxmlformats.org/officeDocument/2006/relationships" id="261" r:id="R7f55daf180f44ddf"/>
    <p:sldId xmlns:r="http://schemas.openxmlformats.org/officeDocument/2006/relationships" id="262" r:id="R534e776cd50a45bd"/>
    <p:sldId xmlns:r="http://schemas.openxmlformats.org/officeDocument/2006/relationships" id="263" r:id="R05154fd286d644c1"/>
    <p:sldId xmlns:r="http://schemas.openxmlformats.org/officeDocument/2006/relationships" id="264" r:id="Re4b25f014b6648a2"/>
    <p:sldId xmlns:r="http://schemas.openxmlformats.org/officeDocument/2006/relationships" id="265" r:id="Rfdfce297551743e2"/>
    <p:sldId xmlns:r="http://schemas.openxmlformats.org/officeDocument/2006/relationships" id="266" r:id="R880721ee4c9c424f"/>
    <p:sldId xmlns:r="http://schemas.openxmlformats.org/officeDocument/2006/relationships" id="267" r:id="R53c8d641011a46c6"/>
    <p:sldId xmlns:r="http://schemas.openxmlformats.org/officeDocument/2006/relationships" id="268" r:id="R525d42bb242f455d"/>
    <p:sldId xmlns:r="http://schemas.openxmlformats.org/officeDocument/2006/relationships" id="269" r:id="R9847f80fa05549d3"/>
    <p:sldId xmlns:r="http://schemas.openxmlformats.org/officeDocument/2006/relationships" id="270" r:id="R02ac982448444401"/>
    <p:sldId xmlns:r="http://schemas.openxmlformats.org/officeDocument/2006/relationships" id="271" r:id="R008836b4735447f4"/>
    <p:sldId xmlns:r="http://schemas.openxmlformats.org/officeDocument/2006/relationships" id="272" r:id="R3a3ea354feab4568"/>
    <p:sldId xmlns:r="http://schemas.openxmlformats.org/officeDocument/2006/relationships" id="273" r:id="R1b98203199fa478f"/>
    <p:sldId xmlns:r="http://schemas.openxmlformats.org/officeDocument/2006/relationships" id="274" r:id="R8b3928e4e66b406b"/>
    <p:sldId xmlns:r="http://schemas.openxmlformats.org/officeDocument/2006/relationships" id="275" r:id="R9aa7404b191b4f8a"/>
    <p:sldId xmlns:r="http://schemas.openxmlformats.org/officeDocument/2006/relationships" id="276" r:id="R43cf78f742824ea3"/>
    <p:sldId xmlns:r="http://schemas.openxmlformats.org/officeDocument/2006/relationships" id="277" r:id="R05f30f98381040d6"/>
    <p:sldId xmlns:r="http://schemas.openxmlformats.org/officeDocument/2006/relationships" id="278" r:id="R40ad48e665f8446b"/>
    <p:sldId xmlns:r="http://schemas.openxmlformats.org/officeDocument/2006/relationships" id="279" r:id="R8603becdef9a4183"/>
    <p:sldId xmlns:r="http://schemas.openxmlformats.org/officeDocument/2006/relationships" id="280" r:id="R5c46a317d1fa4db6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3d0a544c5548e4" /><Relationship Type="http://schemas.openxmlformats.org/officeDocument/2006/relationships/slideMaster" Target="/ppt/slideMasters/slideMaster1.xml" Id="Rf6c74b8d3e704540" /><Relationship Type="http://schemas.openxmlformats.org/officeDocument/2006/relationships/notesMaster" Target="/ppt/notesMasters/notesMaster1.xml" Id="Rdfb591a560c4437d" /><Relationship Type="http://schemas.openxmlformats.org/officeDocument/2006/relationships/presProps" Target="/ppt/presProps.xml" Id="R6072f230540b4859" /><Relationship Type="http://schemas.openxmlformats.org/officeDocument/2006/relationships/viewProps" Target="/ppt/viewProps.xml" Id="Rfa6e414919794852" /><Relationship Type="http://schemas.openxmlformats.org/officeDocument/2006/relationships/tableStyles" Target="/ppt/tableStyles.xml" Id="R0746442b961e4643" /><Relationship Type="http://schemas.openxmlformats.org/officeDocument/2006/relationships/slide" Target="/ppt/slides/slide1.xml" Id="Ree1e27cd59874375" /><Relationship Type="http://schemas.openxmlformats.org/officeDocument/2006/relationships/slide" Target="/ppt/slides/slide2.xml" Id="R9a3dab3dddcc45a0" /><Relationship Type="http://schemas.openxmlformats.org/officeDocument/2006/relationships/slide" Target="/ppt/slides/slide3.xml" Id="Rf8c7363f60a34123" /><Relationship Type="http://schemas.openxmlformats.org/officeDocument/2006/relationships/slide" Target="/ppt/slides/slide4.xml" Id="Rd981cd7b360241bf" /><Relationship Type="http://schemas.openxmlformats.org/officeDocument/2006/relationships/slide" Target="/ppt/slides/slide5.xml" Id="Rd358ac1c0ade4593" /><Relationship Type="http://schemas.openxmlformats.org/officeDocument/2006/relationships/slide" Target="/ppt/slides/slide6.xml" Id="R7f55daf180f44ddf" /><Relationship Type="http://schemas.openxmlformats.org/officeDocument/2006/relationships/slide" Target="/ppt/slides/slide7.xml" Id="R534e776cd50a45bd" /><Relationship Type="http://schemas.openxmlformats.org/officeDocument/2006/relationships/slide" Target="/ppt/slides/slide8.xml" Id="R05154fd286d644c1" /><Relationship Type="http://schemas.openxmlformats.org/officeDocument/2006/relationships/slide" Target="/ppt/slides/slide9.xml" Id="Re4b25f014b6648a2" /><Relationship Type="http://schemas.openxmlformats.org/officeDocument/2006/relationships/slide" Target="/ppt/slides/slide10.xml" Id="Rfdfce297551743e2" /><Relationship Type="http://schemas.openxmlformats.org/officeDocument/2006/relationships/slide" Target="/ppt/slides/slide11.xml" Id="R880721ee4c9c424f" /><Relationship Type="http://schemas.openxmlformats.org/officeDocument/2006/relationships/slide" Target="/ppt/slides/slide12.xml" Id="R53c8d641011a46c6" /><Relationship Type="http://schemas.openxmlformats.org/officeDocument/2006/relationships/slide" Target="/ppt/slides/slide13.xml" Id="R525d42bb242f455d" /><Relationship Type="http://schemas.openxmlformats.org/officeDocument/2006/relationships/slide" Target="/ppt/slides/slide14.xml" Id="R9847f80fa05549d3" /><Relationship Type="http://schemas.openxmlformats.org/officeDocument/2006/relationships/slide" Target="/ppt/slides/slide15.xml" Id="R02ac982448444401" /><Relationship Type="http://schemas.openxmlformats.org/officeDocument/2006/relationships/slide" Target="/ppt/slides/slide16.xml" Id="R008836b4735447f4" /><Relationship Type="http://schemas.openxmlformats.org/officeDocument/2006/relationships/slide" Target="/ppt/slides/slide17.xml" Id="R3a3ea354feab4568" /><Relationship Type="http://schemas.openxmlformats.org/officeDocument/2006/relationships/slide" Target="/ppt/slides/slide18.xml" Id="R1b98203199fa478f" /><Relationship Type="http://schemas.openxmlformats.org/officeDocument/2006/relationships/slide" Target="/ppt/slides/slide19.xml" Id="R8b3928e4e66b406b" /><Relationship Type="http://schemas.openxmlformats.org/officeDocument/2006/relationships/slide" Target="/ppt/slides/slide20.xml" Id="R9aa7404b191b4f8a" /><Relationship Type="http://schemas.openxmlformats.org/officeDocument/2006/relationships/slide" Target="/ppt/slides/slide21.xml" Id="R43cf78f742824ea3" /><Relationship Type="http://schemas.openxmlformats.org/officeDocument/2006/relationships/slide" Target="/ppt/slides/slide22.xml" Id="R05f30f98381040d6" /><Relationship Type="http://schemas.openxmlformats.org/officeDocument/2006/relationships/slide" Target="/ppt/slides/slide23.xml" Id="R40ad48e665f8446b" /><Relationship Type="http://schemas.openxmlformats.org/officeDocument/2006/relationships/slide" Target="/ppt/slides/slide24.xml" Id="R8603becdef9a4183" /><Relationship Type="http://schemas.openxmlformats.org/officeDocument/2006/relationships/slide" Target="/ppt/slides/slide25.xml" Id="R5c46a317d1fa4d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d29810364b4b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a07cfdd8b24b57" /><Relationship Type="http://schemas.openxmlformats.org/officeDocument/2006/relationships/notesMaster" Target="/ppt/notesMasters/notesMaster1.xml" Id="Recad1c62075c40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1c4eadc2494234" /><Relationship Type="http://schemas.openxmlformats.org/officeDocument/2006/relationships/notesMaster" Target="/ppt/notesMasters/notesMaster1.xml" Id="Rd73cc79e12a9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ea428fb044afb" /><Relationship Type="http://schemas.openxmlformats.org/officeDocument/2006/relationships/notesMaster" Target="/ppt/notesMasters/notesMaster1.xml" Id="Ra633989f41b441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eed67daa66464d" /><Relationship Type="http://schemas.openxmlformats.org/officeDocument/2006/relationships/notesMaster" Target="/ppt/notesMasters/notesMaster1.xml" Id="R9186ad830eea41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ec32e9efe047a5" /><Relationship Type="http://schemas.openxmlformats.org/officeDocument/2006/relationships/notesMaster" Target="/ppt/notesMasters/notesMaster1.xml" Id="R858a65d4eb01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770aff128a4ff4" /><Relationship Type="http://schemas.openxmlformats.org/officeDocument/2006/relationships/notesMaster" Target="/ppt/notesMasters/notesMaster1.xml" Id="Rd9e713357e3a49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c87335666847f6" /><Relationship Type="http://schemas.openxmlformats.org/officeDocument/2006/relationships/notesMaster" Target="/ppt/notesMasters/notesMaster1.xml" Id="R3aae4e29294a40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e9852e97084457" /><Relationship Type="http://schemas.openxmlformats.org/officeDocument/2006/relationships/notesMaster" Target="/ppt/notesMasters/notesMaster1.xml" Id="Rb21dda2404f740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4fac014d4e4ac1" /><Relationship Type="http://schemas.openxmlformats.org/officeDocument/2006/relationships/notesMaster" Target="/ppt/notesMasters/notesMaster1.xml" Id="R765539966b2940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7b1535090b4fcf" /><Relationship Type="http://schemas.openxmlformats.org/officeDocument/2006/relationships/notesMaster" Target="/ppt/notesMasters/notesMaster1.xml" Id="R43ac3c06cd104f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d87474984c47cb" /><Relationship Type="http://schemas.openxmlformats.org/officeDocument/2006/relationships/notesMaster" Target="/ppt/notesMasters/notesMaster1.xml" Id="Rb82853b843794a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542511b7044bdb" /><Relationship Type="http://schemas.openxmlformats.org/officeDocument/2006/relationships/notesMaster" Target="/ppt/notesMasters/notesMaster1.xml" Id="Reaec5e4c28704c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37af9381df4faf" /><Relationship Type="http://schemas.openxmlformats.org/officeDocument/2006/relationships/notesMaster" Target="/ppt/notesMasters/notesMaster1.xml" Id="Re478206c56ab48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b9c4f382084035" /><Relationship Type="http://schemas.openxmlformats.org/officeDocument/2006/relationships/notesMaster" Target="/ppt/notesMasters/notesMaster1.xml" Id="R94ab11ff8a8c47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2ac715a0ce4cfc" /><Relationship Type="http://schemas.openxmlformats.org/officeDocument/2006/relationships/notesMaster" Target="/ppt/notesMasters/notesMaster1.xml" Id="Rd4c439e36d394f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897cf60d2140ac" /><Relationship Type="http://schemas.openxmlformats.org/officeDocument/2006/relationships/notesMaster" Target="/ppt/notesMasters/notesMaster1.xml" Id="Rb74f9fc15a894b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55278efa714d36" /><Relationship Type="http://schemas.openxmlformats.org/officeDocument/2006/relationships/notesMaster" Target="/ppt/notesMasters/notesMaster1.xml" Id="R9712dd6d7c7347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e42133d8454c55" /><Relationship Type="http://schemas.openxmlformats.org/officeDocument/2006/relationships/notesMaster" Target="/ppt/notesMasters/notesMaster1.xml" Id="Rcb6ce56ae58841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aa5973d1b14017" /><Relationship Type="http://schemas.openxmlformats.org/officeDocument/2006/relationships/notesMaster" Target="/ppt/notesMasters/notesMaster1.xml" Id="R65145f18147144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4bd289d1fb48b0" /><Relationship Type="http://schemas.openxmlformats.org/officeDocument/2006/relationships/notesMaster" Target="/ppt/notesMasters/notesMaster1.xml" Id="Ra08df6ec967a49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0548196ce14656" /><Relationship Type="http://schemas.openxmlformats.org/officeDocument/2006/relationships/notesMaster" Target="/ppt/notesMasters/notesMaster1.xml" Id="R676ed1c6bf5645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e6aecf238b47c5" /><Relationship Type="http://schemas.openxmlformats.org/officeDocument/2006/relationships/notesMaster" Target="/ppt/notesMasters/notesMaster1.xml" Id="R20f873db350048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6af894fa454356" /><Relationship Type="http://schemas.openxmlformats.org/officeDocument/2006/relationships/notesMaster" Target="/ppt/notesMasters/notesMaster1.xml" Id="R2de61efaa86240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c02a91a57f34228" /><Relationship Type="http://schemas.openxmlformats.org/officeDocument/2006/relationships/notesMaster" Target="/ppt/notesMasters/notesMaster1.xml" Id="R313e6c67fc3d42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dbd963061a5427c" /><Relationship Type="http://schemas.openxmlformats.org/officeDocument/2006/relationships/notesMaster" Target="/ppt/notesMasters/notesMaster1.xml" Id="R5ebdb3b860d840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流程：從 Q 取出完整抵達時間最小的有效 label，以最後 contact 的接收端查找下一跳，逐一檢查所有可用格點起始時間，再進行時間、容量、sender/receiver buffer 與 dominance 檢查。新 label 通過才加入 Q。每個 label 分別處理，不把整個實體節點永久標記完成。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集中式規劃是研究假設。中央保存 contact plan、剩餘可分配資料量 R_c 與前包 buffer 占用 O_v(t)。搜尋單包時固定這些輸入，各候選只是互斥方案。找到並驗證整條路徑後才更新全域資源。控制指令及回報延遲尚未建模。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 維持本 PPT 的 (c, A, s, pred)。Label 下標只識別 Label，不代表 contact 編號。Q 使用 min-priority queue，以完整抵達時間 A 為主鍵，同時間以建立順序為次鍵。同值規則只求可重現，不宣稱有利於後續 bundles。c₀ 為初始化使用的虛擬 contact。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本例有 X,A,B,C,D 五個節點，八個 contacts。每包 4 MB，速率均為 4 MB/s，因此傳輸時間是 1 秒；傳播延遲另計。所有節點 buffer=4 MB，時間格點 1 秒，horizon=12 秒。第一包 X到D，g=0；第二包 A到D，g=1。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的基本資料為 ID、sender、receiver、start、end、rate。OWLT 是傳播延遲資料，本研究記為 δ_c。R_c 是中央維護的剩餘可分配資料量，既有輸入為(4,4,4,8,4,4,2,4)MB。c7 的理論 volume=4MB，但本例指定可分配量2MB，其減少原因未建模，不應說是第一包使用c7造成。Contact end 是 sender 發送截止，arrival 可以在 end 之後。NASA HDTN 也在JSON內附owlt，與ION將range分開的方式不同。資料參考：https://ccsds.org/Pubs/734x3b1.pdf；https://ntrs.nasa.gov/api/citations/20230015434/downloads/TM-20230000826_REV2_2.pdf。數值來源：output/validation/walkthrough_input.json。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第一包 L0=(c0,0,無,空)。c1 起送2，完成3，δ=0，到B的A=3，L1=(c1,3,2,L0)。X等待0到2期間持有4MB，2到3逐byte釋放；B在2到3逐byte接收。此時尚未扣除R。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由L1使用c2：s=6、發送完成7、δ=1、D在7到8接收、A=8。使用c5：s=10、完成11、δ=1、A=12。兩個候選先入Q，仍未提交資源。終點取出的最早有效label為L2。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搜尋中的候選互為替代方案，不互相預約。完整路徑接受後，才一併更新剩餘容量與逐 byte Buffer 占用，並新增同一 contact 的發送時段預約。c2 最後 byte 在 7 秒送出，整包在 8 秒抵達 D，發送預約不延長至 8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第二包L0=(c0,1,無,空)。c3在1到2傳送、δ=0，建立L1=(c3,2,1,L0)。只通過到達前綴檢查，並未保證B能等待到任意未來時間。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c4窗口7到9、傳輸時間1秒、Δ=1秒，可列舉s=7或8。L2=(c4,8,7,L0)，L3=(c4,9,8,L0)。不同發送時間的候選不能一開始就只取最早值，因接收期間及之後等待可能受前包buffer影響。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 與 8 是 Δ=1 秒下的候選開始時間，不是連續時間僅有兩種選擇。每個 s 都需獨立檢查時窗、剩餘容量、同 contact 發送預約、傳送端等待與逐 byte 釋放、接收端逐 byte 占用。某個 s 失敗仍繼續枚舉後面的 s。本例第一包未使用 c4，兩個候選都沒有既有發送時段衝突。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這頁保留 PPT 既有 L2/L3 的例子，沒有把早到直接當成一般支配規則。兩者相同前驅與 incoming contact，L2 在 B 可持有 S=4 MB 從 8 秒等到 9 秒，並接續本例的 c5。不同前綴之間如何比較、加入發送時段預約後的一般替代性，以及允許哪些路徑，仍待正式定義與證明。本次不採用程式中的額外路徑用量條件來取代 PPT。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 的示意順序為 L1(A=2)、L4(A=3)、L2(A=8)。L4 比 L2 晚建立，但更早抵達，因此先處理。實作可用 min-heap，不必每次把整個 Q 重新排序。同值先建立者優先。被支配而失效的項目若仍留在 heap，取出時跳過，但保留 pred 回溯紀錄。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取出L1後嘗試c2；第一包已把R_c2扣為0，本包4MB，因此容量條件失敗。圖解是同一次展開的分段展示，不在尚未檢查完L1時真的取出下一個label。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仍在展開L1。嘗試c5需要B從2秒持有本包到10秒。第一包在3到6秒占4MB，合计可達8MB，違反M_B=4MB。整段等待必須檢查，不能只看抵達時刻。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取出L4，c7可分配資料量2MB小於S=4MB，容量不符。此2MB是案例給定的初始R，不是速率，也不是由窗口長度計算的全部volume。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同一次L4展開，c8容量通過，但A=3，最早起送3；c8 end=3，完整傳輸需要1秒，故最晚起送2。可用發送集合為空。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取出L2，receiver為B，A=8。c2的R仍然0，拒絕；仍需嘗試其他outgoing contacts。這表現同節點可保留多個labels的必要性。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L2經c5：s=10、完成11、δ=1、A=12，產生L5=(c5,12,10,L2)。B在8到10持有4MB，10到11逐byte釋放；D在11到12接收。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 pred 由 L5 回溯到 L2、L0，還原 c4 發送[7,8)、c5發送[10,11)。檢查完整路徑後，扣 R[c4]、R[c5]，累加各節點逐 byte Buffer 曲線，並提交這兩個 contact 的發送時段。候選搜尋階段不提交。加入新檢查後本例沒有新增時段衝突，圖中路徑可作示範，不以此宣稱一般正確性已證明。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包在B的占用分別為2到7與7到11，總峰值4MB。最後R=(0,0,4,4,0,4,2,4)MB。這個案例沒有鏈路時間衝突，不表示aggregate容量模型一般就能保證無衝突。研究正確性僅沿用現行有限格點與已列假設下的條件式論證，不宣稱連續時間或多包聯合最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維持原本時間枚舉。對當前 Label 的完整抵達時間 A，s≥max(A,start(c))。f=s+S/r(c)≤end(c)，完整抵達時間為 f+δ(c)。若 T 是指定期限，還需抵達≤T。傳送端檢查從 A 到 s 的整包等待以及 s 到 f 的逐 byte 釋放，接收端檢查 s+δ 到 f+δ 的逐 byte 接收。接收完成後到下一跳的等待，在下一次延伸時檢查。時段預約在此採同 contact 一次傳送一包的候選模型，不延伸宣稱不同 contacts 共用天線的互斥已處理。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本頁為新增示例，不改動原 PPT 的 c4 開放時間。示例 contact 開放7到10秒，第一包已預約[7,8)，第二包需要1秒。Δ=1時，s=7衝突，s=8與s=9不衝突，但仍需其餘可行性檢查。半開區間允許前包在8秒發送結束，後包同一時刻起送。對每個預約[sj,fj)，不重疊條件為 f≤sj 或 s≥fj。只預約發送時間，傳播延遲另影響接收時間與接收端Buffer。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此頁列出討論中的保守候選，不代表已採用新的 dominance 演算法。相同前驅、相同 contact、不同開始時間的情況先以 PPT 例子說明。等待條件為在兩個抵達時間之間，既有占用加上整包S始終不超過Buffer上限。加入發送時段表後，一般後續可替代性仍需依允許路徑與預約語意論證。未用route_usage或U作為新增正式Label欄位。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通過與一般證明分開記錄。時間枚舉的保證只對明確指定的Δ與時間範圍成立，不能外推連續時間。若比對找到同模型錯誤，保留反例、停止效能比較並提出候選修正，不為了通過測試直接更改演算法。本次只修改PPT，不修改程式、網頁或既有研究基準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111cbf52445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91ef0523e48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8612ba8284c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d721ca0de42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d5e6d88b246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851dadb6247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b987ff99842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df5e11bc6c4be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a0f96fa0145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a3810d54c495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7bafccc1843b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97656e05941bb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1E17CB1-9435-41DF-82BB-EBE19249388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3155AB-ECC4-4CB3-BF8A-893BABB874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0D94CAE-DCE3-48FB-A997-859733C91E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92F43941-8EB1-4187-83BE-D8ABB90812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987B219-6AEA-4BA8-8156-6C1F123A4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AADF516-9F4E-4E4C-92BD-1729E5A9AC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3580DB40-74D7-4B89-8FCB-5AC492301E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EF24556-A827-4E86-9219-D3657EC02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D220CB07-8D76-45C8-B823-9B0C603CA5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8E56A76A-34A6-45AB-B621-E82D19180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6A7B8F0-048C-4A93-8975-1B1B36798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C627E21-C2D9-4132-8BEC-38F2F15F35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4E2EC14-8140-4ABB-8108-131B9462D3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E55DD071-4CA6-4DEB-B5D9-8AA4B1866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66ABFE10-ED91-40FB-8305-7B6C125143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32D9E51-6359-4255-B60A-539E2E4D7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102497E-E12B-4757-BE39-DE36964D5D0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EEB9E700-D46F-41AA-9B07-4D7359B669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AA103239-40F4-48E6-A385-EC0BFCC84B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6CBF9251-9BED-4996-AE9C-5DD38E3CD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E6607526-40E0-46EA-AFBE-854EE2171A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E07FE15-FD05-4DE0-8404-D42E72011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76FB4E-56B6-4D68-A3B8-58BFC6A92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B07415C-80DE-4F77-BFD2-52ABB574F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DB547701-8215-43DE-B7B7-401322A835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FEE8E636-F393-470A-9840-FC82F2D83CC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B13719B0-E439-4F10-878A-74858F6BE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07:16:30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82037E58-115C-47B8-AFB5-74C255EC6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1B7303D6-44E0-420C-BA71-C9B6D3A11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1B37EA7-2E24-434D-B3D7-217E54E2F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556FE757-70C0-4D1B-84F2-7884EF9C8E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07:16:30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28D2C89A-C339-4FFA-BF94-10DCE11894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1304B679-7543-4BBC-ADFF-DC36462AC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DF65CFB0-D7FF-4A0E-BE40-12AD981138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07:16:30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1B5EDC65-E733-4DFA-B875-E7E3B6D058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9D3D81AC-8F66-4CA3-B3A8-F05A43D70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C6F7296-5C65-4814-8ADE-5B1F309E2D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F4933B9-EB6E-41FF-BA9F-1ED249F965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201B082-3E49-4A50-9580-5864B143F4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E587D37B-ED61-4FE1-8485-9DD49D19F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906CAC0A-AB69-4732-BB4E-8B13B04862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A93F33B9-5448-47F6-82BC-7FE04A520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908B78D-C03A-4470-94C0-8B7170BF8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B893DC8-701B-4758-ADB7-CC80CCBE22A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EBCF15F-4849-4782-9AEE-0C1EC5C8AE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FEF147C2-0717-47EA-A315-AE5CD6C13E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5047B99-EB23-4EC5-B2E7-78B0D89C61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255FF7D4-0920-40E5-ABF6-E67CA54742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hf hdr="0" ftr="0" dt="0"/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CD6AF44-41C0-4192-8DF8-BB3D41342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3BEA3CCE-8088-484E-AD86-6D144DB2D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ABD34116-9287-4371-84BC-FD6D97FCD1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3AC95EF-96F5-4BC7-A115-B424D1B4D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157EAE0F-F82A-4FA1-A50E-B7FB5BE431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C6A94BBF-BEFC-481B-9438-527EF1307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15B7249-6406-48E7-B715-6CCD73AA01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6CB53C38-D2B6-4857-AD30-A57D67D671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809DEB2D-D732-4E9A-BA07-2C037AB0C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7FD0F2-6911-46A0-B68F-D57125AEC4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07:16:30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61c90c5ab847fd" /><Relationship Type="http://schemas.openxmlformats.org/officeDocument/2006/relationships/slideLayout" Target="/ppt/slideLayouts/slideLayout1.xml" Id="R2845f91e46ec48b9" /><Relationship Type="http://schemas.openxmlformats.org/officeDocument/2006/relationships/slideLayout" Target="/ppt/slideLayouts/slideLayout2.xml" Id="R53ff1af330704a7c" /><Relationship Type="http://schemas.openxmlformats.org/officeDocument/2006/relationships/slideLayout" Target="/ppt/slideLayouts/slideLayout3.xml" Id="Rfd90cae4910c4df3" /><Relationship Type="http://schemas.openxmlformats.org/officeDocument/2006/relationships/slideLayout" Target="/ppt/slideLayouts/slideLayout4.xml" Id="R16a3f033c17a4dc0" /><Relationship Type="http://schemas.openxmlformats.org/officeDocument/2006/relationships/slideLayout" Target="/ppt/slideLayouts/slideLayout5.xml" Id="R2cb2279dac254fa5" /><Relationship Type="http://schemas.openxmlformats.org/officeDocument/2006/relationships/slideLayout" Target="/ppt/slideLayouts/slideLayout6.xml" Id="Refe68e8eb1c540c9" /><Relationship Type="http://schemas.openxmlformats.org/officeDocument/2006/relationships/slideLayout" Target="/ppt/slideLayouts/slideLayout7.xml" Id="Re8fbfab9ec6d4550" /><Relationship Type="http://schemas.openxmlformats.org/officeDocument/2006/relationships/slideLayout" Target="/ppt/slideLayouts/slideLayout8.xml" Id="R0595129dc3404632" /><Relationship Type="http://schemas.openxmlformats.org/officeDocument/2006/relationships/slideLayout" Target="/ppt/slideLayouts/slideLayout9.xml" Id="R54a301f67e3a465e" /><Relationship Type="http://schemas.openxmlformats.org/officeDocument/2006/relationships/slideLayout" Target="/ppt/slideLayouts/slideLayout10.xml" Id="R37ad6e6658e94804" /><Relationship Type="http://schemas.openxmlformats.org/officeDocument/2006/relationships/slideLayout" Target="/ppt/slideLayouts/slideLayout11.xml" Id="Rc520936647aa4c8d" /><Relationship Type="http://schemas.openxmlformats.org/officeDocument/2006/relationships/slideLayout" Target="/ppt/slideLayouts/slideLayout12.xml" Id="R3e5982fa21ca41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48D016A4-ABFB-4F58-A123-2AFB67460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12EBC1E-4899-4D02-942B-DB610249A7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6DA795A-1FC5-4DC0-B4FF-1A4571CCCE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07:16:30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153DEDF-26CC-481C-861F-FFD318218C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E1FE2B4-9A84-42DF-9FC9-64E3A777FB0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45f91e46ec48b9"/>
    <p:sldLayoutId xmlns:r="http://schemas.openxmlformats.org/officeDocument/2006/relationships" id="2147483650" r:id="R53ff1af330704a7c"/>
    <p:sldLayoutId xmlns:r="http://schemas.openxmlformats.org/officeDocument/2006/relationships" id="2147483651" r:id="Rfd90cae4910c4df3"/>
    <p:sldLayoutId xmlns:r="http://schemas.openxmlformats.org/officeDocument/2006/relationships" id="2147483652" r:id="R16a3f033c17a4dc0"/>
    <p:sldLayoutId xmlns:r="http://schemas.openxmlformats.org/officeDocument/2006/relationships" id="2147483653" r:id="R2cb2279dac254fa5"/>
    <p:sldLayoutId xmlns:r="http://schemas.openxmlformats.org/officeDocument/2006/relationships" id="2147483654" r:id="Refe68e8eb1c540c9"/>
    <p:sldLayoutId xmlns:r="http://schemas.openxmlformats.org/officeDocument/2006/relationships" id="2147483655" r:id="Re8fbfab9ec6d4550"/>
    <p:sldLayoutId xmlns:r="http://schemas.openxmlformats.org/officeDocument/2006/relationships" id="2147483656" r:id="R0595129dc3404632"/>
    <p:sldLayoutId xmlns:r="http://schemas.openxmlformats.org/officeDocument/2006/relationships" id="2147483657" r:id="R54a301f67e3a465e"/>
    <p:sldLayoutId xmlns:r="http://schemas.openxmlformats.org/officeDocument/2006/relationships" id="2147483658" r:id="R37ad6e6658e94804"/>
    <p:sldLayoutId xmlns:r="http://schemas.openxmlformats.org/officeDocument/2006/relationships" id="2147483659" r:id="Rc520936647aa4c8d"/>
    <p:sldLayoutId xmlns:r="http://schemas.openxmlformats.org/officeDocument/2006/relationships" id="2147483660" r:id="R3e5982fa21ca413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f6a3259b9d4fa9" /><Relationship Type="http://schemas.openxmlformats.org/officeDocument/2006/relationships/notesSlide" Target="/ppt/notesSlides/notesSlide1.xml" Id="R2a0fd725b3ec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ea0b739c5246b4" /><Relationship Type="http://schemas.openxmlformats.org/officeDocument/2006/relationships/notesSlide" Target="/ppt/notesSlides/notesSlide2.xml" Id="R9e675b5e764e4b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5cf16db3794a7c" /><Relationship Type="http://schemas.openxmlformats.org/officeDocument/2006/relationships/notesSlide" Target="/ppt/notesSlides/notesSlide3.xml" Id="R4ec7b2e1344b48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5bd12d8ae445fd" /><Relationship Type="http://schemas.openxmlformats.org/officeDocument/2006/relationships/notesSlide" Target="/ppt/notesSlides/notesSlide4.xml" Id="Rc172e318125045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fa99c6c1d8471b" /><Relationship Type="http://schemas.openxmlformats.org/officeDocument/2006/relationships/notesSlide" Target="/ppt/notesSlides/notesSlide5.xml" Id="Rd2f3bc4b54ad43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191e2e39454fb7" /><Relationship Type="http://schemas.openxmlformats.org/officeDocument/2006/relationships/notesSlide" Target="/ppt/notesSlides/notesSlide6.xml" Id="R3d274b8f803a4b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fc026142c7446c" /><Relationship Type="http://schemas.openxmlformats.org/officeDocument/2006/relationships/notesSlide" Target="/ppt/notesSlides/notesSlide7.xml" Id="R394b70ad87e642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cf19b37b674ee3" /><Relationship Type="http://schemas.openxmlformats.org/officeDocument/2006/relationships/notesSlide" Target="/ppt/notesSlides/notesSlide8.xml" Id="R9d5968c6ec7e4e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6b5919ade14b5b" /><Relationship Type="http://schemas.openxmlformats.org/officeDocument/2006/relationships/notesSlide" Target="/ppt/notesSlides/notesSlide9.xml" Id="R263945b528424d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89249388e646f5" /><Relationship Type="http://schemas.openxmlformats.org/officeDocument/2006/relationships/notesSlide" Target="/ppt/notesSlides/notesSlide10.xml" Id="Rc42b240d4fde4b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a661f78fc44339" /><Relationship Type="http://schemas.openxmlformats.org/officeDocument/2006/relationships/notesSlide" Target="/ppt/notesSlides/notesSlide11.xml" Id="Re211b5542b4a43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8f86f39698448e" /><Relationship Type="http://schemas.openxmlformats.org/officeDocument/2006/relationships/notesSlide" Target="/ppt/notesSlides/notesSlide12.xml" Id="Reb54fb4e66cf40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b1a54f7fe94ffc" /><Relationship Type="http://schemas.openxmlformats.org/officeDocument/2006/relationships/notesSlide" Target="/ppt/notesSlides/notesSlide13.xml" Id="R04c38dcfc37540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8197e031fd403c" /><Relationship Type="http://schemas.openxmlformats.org/officeDocument/2006/relationships/notesSlide" Target="/ppt/notesSlides/notesSlide14.xml" Id="R6197755e414742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8f619bf27a4118" /><Relationship Type="http://schemas.openxmlformats.org/officeDocument/2006/relationships/image" Target="/ppt/media/image.png" Id="R939140b7fc8d4e20" /><Relationship Type="http://schemas.openxmlformats.org/officeDocument/2006/relationships/notesSlide" Target="/ppt/notesSlides/notesSlide15.xml" Id="Rfff20b0950284a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3cabb06ee54106" /><Relationship Type="http://schemas.openxmlformats.org/officeDocument/2006/relationships/notesSlide" Target="/ppt/notesSlides/notesSlide16.xml" Id="R0b7337d02c0f4a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a09cfaa19247e5" /><Relationship Type="http://schemas.openxmlformats.org/officeDocument/2006/relationships/notesSlide" Target="/ppt/notesSlides/notesSlide17.xml" Id="R1923c4af95a64a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c975a39c3845cd" /><Relationship Type="http://schemas.openxmlformats.org/officeDocument/2006/relationships/notesSlide" Target="/ppt/notesSlides/notesSlide18.xml" Id="R298e647a9aee48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dfb6be8e04401b" /><Relationship Type="http://schemas.openxmlformats.org/officeDocument/2006/relationships/notesSlide" Target="/ppt/notesSlides/notesSlide19.xml" Id="R30b5f12a8c9a41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5c6a02fed34894" /><Relationship Type="http://schemas.openxmlformats.org/officeDocument/2006/relationships/notesSlide" Target="/ppt/notesSlides/notesSlide20.xml" Id="R198484231aec42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46cbb2ff0c41a0" /><Relationship Type="http://schemas.openxmlformats.org/officeDocument/2006/relationships/notesSlide" Target="/ppt/notesSlides/notesSlide21.xml" Id="R53e67c58a59c4a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40a77e8ca4eff" /><Relationship Type="http://schemas.openxmlformats.org/officeDocument/2006/relationships/notesSlide" Target="/ppt/notesSlides/notesSlide22.xml" Id="R73245d4d27f9401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cb2bd4f29412e" /><Relationship Type="http://schemas.openxmlformats.org/officeDocument/2006/relationships/notesSlide" Target="/ppt/notesSlides/notesSlide23.xml" Id="Ra20fa415a70e43b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00977952944f0" /><Relationship Type="http://schemas.openxmlformats.org/officeDocument/2006/relationships/notesSlide" Target="/ppt/notesSlides/notesSlide24.xml" Id="R55d4b5e7c5b045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665950b9f4ff5" /><Relationship Type="http://schemas.openxmlformats.org/officeDocument/2006/relationships/notesSlide" Target="/ppt/notesSlides/notesSlide25.xml" Id="Rcd864ae455c64068" /></Relationships>
</file>

<file path=ppt/slides/slide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B8B8B"/>
                </a:solidFill>
                <a:latin typeface="DFKai-SB"/>
                <a:ea typeface="DFKai-SB"/>
                <a:cs typeface="DFKai-SB"/>
              </a:defRPr>
            </a:pPr>
            <a:fld id="{AD75FED6-38D0-DE9C-92C0-6E7FA635581C}" type="slidenum">
              <a:rPr sz="1200">
                <a:solidFill>
                  <a:srgbClr val="8B8B8B"/>
                </a:solidFill>
                <a:latin typeface="DFKai-SB"/>
                <a:ea typeface="DFKai-SB"/>
                <a:cs typeface="DFKai-SB"/>
              </a:rPr>
              <a:t>1</a:t>
            </a:fld>
            <a:endParaRPr/>
          </a:p>
        </p:txBody>
      </p:sp>
      <p:sp>
        <p:nvSpPr>
          <p:cNvPr id="9" name="圖解：一個標籤如何往下走">
            <a:extLst xmlns:a="http://schemas.openxmlformats.org/drawingml/2006/main">
              <a:ext uri="{FF2B5EF4-FFF2-40B4-BE49-F238E27FC236}">
                <a16:creationId xmlns:a16="http://schemas.microsoft.com/office/drawing/2014/main" id="{F31A8B3B-3C30-4ED4-9EAB-61E9E11A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圖解：一個標籤如何往下走</a:t>
            </a:r>
          </a:p>
        </p:txBody>
      </p:sp>
      <p:sp>
        <p:nvSpPr>
          <p:cNvPr id="10" name="1">
            <a:extLst xmlns:a="http://schemas.openxmlformats.org/drawingml/2006/main">
              <a:ext uri="{FF2B5EF4-FFF2-40B4-BE49-F238E27FC236}">
                <a16:creationId xmlns:a16="http://schemas.microsoft.com/office/drawing/2014/main" id="{0DC76B0D-7DB0-4AA4-9CD6-17E3518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1" name="每一頁只追蹤一個動作；圖上的 Q 是尚待處理的標籤。">
            <a:extLst xmlns:a="http://schemas.openxmlformats.org/drawingml/2006/main">
              <a:ext uri="{FF2B5EF4-FFF2-40B4-BE49-F238E27FC236}">
                <a16:creationId xmlns:a16="http://schemas.microsoft.com/office/drawing/2014/main" id="{91596793-96AD-4397-A4D0-52B1A36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每個開始時間分別檢查，通過後建立 Label，再做支配判斷。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11FB93-AA58-47E4-AB47-208E7C69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3" name="取出標籤&#10;(v, a, U)">
            <a:extLst xmlns:a="http://schemas.openxmlformats.org/drawingml/2006/main">
              <a:ext uri="{FF2B5EF4-FFF2-40B4-BE49-F238E27FC236}">
                <a16:creationId xmlns:a16="http://schemas.microsoft.com/office/drawing/2014/main" id="{6C022025-675B-4202-9121-8CFE6DC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885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</a:t>
            </a:r>
            <a:endParaRPr sz="172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(c, A, s, 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)</a:t>
            </a:r>
          </a:p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82D4B455-6F52-4C03-86C6-2218D42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28625" cy="9525"/>
          </a:xfrm>
          <a:custGeom xmlns:a="http://schemas.openxmlformats.org/drawingml/2006/main">
            <a:rect l="0" t="0" r="0" b="0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D246C2F-CED6-460B-8CE1-14232E0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53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16F3D81-E4F6-4C77-BE28-05E7EFA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7" name="選 contact&#10;列舉時刻 s">
            <a:extLst xmlns:a="http://schemas.openxmlformats.org/drawingml/2006/main">
              <a:ext uri="{FF2B5EF4-FFF2-40B4-BE49-F238E27FC236}">
                <a16:creationId xmlns:a16="http://schemas.microsoft.com/office/drawing/2014/main" id="{395F660B-E541-4A6D-856C-1C987A5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1981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選下一個 contact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列舉發送時間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C97B7C34-A44E-49B4-B138-8A8E567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428625" cy="9525"/>
          </a:xfrm>
          <a:custGeom xmlns:a="http://schemas.openxmlformats.org/drawingml/2006/main">
            <a:rect l="0" t="0" r="0" b="0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F480E53-9AF4-4E47-AA05-138AC50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8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B9AE198-53CE-4B80-A5C0-A0DC48E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143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1" name="時間、容量&#10;Buffer 檢查">
            <a:extLst xmlns:a="http://schemas.openxmlformats.org/drawingml/2006/main">
              <a:ext uri="{FF2B5EF4-FFF2-40B4-BE49-F238E27FC236}">
                <a16:creationId xmlns:a16="http://schemas.microsoft.com/office/drawing/2014/main" id="{926D4498-FE29-4832-AB01-F5BBBAA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時間、容量、時段</a:t>
            </a:r>
          </a:p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Buffer 檢查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41298D1-1FD3-47FE-95D5-BCBFF4F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476250" cy="9525"/>
          </a:xfrm>
          <a:custGeom xmlns:a="http://schemas.openxmlformats.org/drawingml/2006/main">
            <a:rect l="0" t="0" r="0" b="0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53DDAE-920E-47CF-A56F-B637D16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8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7C494FB-F83B-4278-9E65-213DA2C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5" name="支配判斷&#10;保留或刪除">
            <a:extLst xmlns:a="http://schemas.openxmlformats.org/drawingml/2006/main">
              <a:ext uri="{FF2B5EF4-FFF2-40B4-BE49-F238E27FC236}">
                <a16:creationId xmlns:a16="http://schemas.microsoft.com/office/drawing/2014/main" id="{2CDF9EA3-1822-4984-9C12-4CF63534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2266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支配判斷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保留或刪除</a:t>
            </a:r>
          </a:p>
        </p:txBody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208F013-1ED0-4727-8E78-566E060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9525" cy="781050"/>
          </a:xfrm>
          <a:custGeom xmlns:a="http://schemas.openxmlformats.org/drawingml/2006/main">
            <a:rect l="0" t="0" r="0" b="0"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5A172C9-F7D5-4D9E-9949-4C8DCD7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835" y="363116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DFBB73B-2B08-43ED-97F4-79559B1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81425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29" name="失敗：拒絕這次延伸">
            <a:extLst xmlns:a="http://schemas.openxmlformats.org/drawingml/2006/main">
              <a:ext uri="{FF2B5EF4-FFF2-40B4-BE49-F238E27FC236}">
                <a16:creationId xmlns:a16="http://schemas.microsoft.com/office/drawing/2014/main" id="{5E8B123F-9D0A-4633-9230-52D5105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576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失敗：拒絕這次延伸</a:t>
            </a:r>
          </a:p>
        </p:txBody>
      </p:sp>
      <p:sp>
        <p:nvSpPr>
          <p:cNvPr id="30" name="手繪多邊形: 圖案 29">
            <a:extLst xmlns:a="http://schemas.openxmlformats.org/drawingml/2006/main">
              <a:ext uri="{FF2B5EF4-FFF2-40B4-BE49-F238E27FC236}">
                <a16:creationId xmlns:a16="http://schemas.microsoft.com/office/drawing/2014/main" id="{D6A90AF7-7D38-4E55-985F-B238771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33700"/>
            <a:ext cx="9525" cy="781050"/>
          </a:xfrm>
          <a:custGeom xmlns:a="http://schemas.openxmlformats.org/drawingml/2006/main">
            <a:rect l="0" t="0" r="0" b="0"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1" name="手繪多邊形: 圖案 30">
            <a:extLst xmlns:a="http://schemas.openxmlformats.org/drawingml/2006/main">
              <a:ext uri="{FF2B5EF4-FFF2-40B4-BE49-F238E27FC236}">
                <a16:creationId xmlns:a16="http://schemas.microsoft.com/office/drawing/2014/main" id="{26F6A6E8-2DA9-4BE9-98C4-B96B6F8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60" y="363116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4E9AEFA-1A17-4F38-80AE-8261388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3" name="通過：加入 Q">
            <a:extLst xmlns:a="http://schemas.openxmlformats.org/drawingml/2006/main">
              <a:ext uri="{FF2B5EF4-FFF2-40B4-BE49-F238E27FC236}">
                <a16:creationId xmlns:a16="http://schemas.microsoft.com/office/drawing/2014/main" id="{4F8B1EFC-7731-4F36-8DFF-E5273EA3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576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通過：加入 Q</a:t>
            </a:r>
          </a:p>
        </p:txBody>
      </p:sp>
      <p:sp>
        <p:nvSpPr>
          <p:cNvPr id="34" name="藍：嘗試　綠：保留　紅叉：拒絕　橘：前包占用">
            <a:extLst xmlns:a="http://schemas.openxmlformats.org/drawingml/2006/main">
              <a:ext uri="{FF2B5EF4-FFF2-40B4-BE49-F238E27FC236}">
                <a16:creationId xmlns:a16="http://schemas.microsoft.com/office/drawing/2014/main" id="{909D12FE-D4F0-48BF-A3AC-AEE067E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藍：嘗試　綠：保留　紅叉：拒絕　橘：前包占用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環境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308292AE-209E-4794-B944-EC1196A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研究環境：中央規劃、節點執行</a:t>
            </a:r>
          </a:p>
        </p:txBody>
      </p:sp>
      <p:sp>
        <p:nvSpPr>
          <p:cNvPr id="2" name="已知 contact 與 bundle 請求">
            <a:extLst xmlns:a="http://schemas.openxmlformats.org/drawingml/2006/main">
              <a:ext uri="{FF2B5EF4-FFF2-40B4-BE49-F238E27FC236}">
                <a16:creationId xmlns:a16="http://schemas.microsoft.com/office/drawing/2014/main" id="{71E00FA5-11A7-475E-AB16-9AEB791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938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已知 contact 與 bundle 請求</a:t>
            </a:r>
          </a:p>
        </p:txBody>
      </p:sp>
      <p:sp>
        <p:nvSpPr>
          <p:cNvPr id="3" name="Contact plan&#10;Bundle requests">
            <a:extLst xmlns:a="http://schemas.openxmlformats.org/drawingml/2006/main">
              <a:ext uri="{FF2B5EF4-FFF2-40B4-BE49-F238E27FC236}">
                <a16:creationId xmlns:a16="http://schemas.microsoft.com/office/drawing/2014/main" id="{4018ED57-C30D-47C8-B46D-4A5E09C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ctr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4" name="箭號: 向右 3">
            <a:extLst xmlns:a="http://schemas.openxmlformats.org/drawingml/2006/main">
              <a:ext uri="{FF2B5EF4-FFF2-40B4-BE49-F238E27FC236}">
                <a16:creationId xmlns:a16="http://schemas.microsoft.com/office/drawing/2014/main" id="{843D8F22-289F-45CE-B81C-9D7D87E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中央規劃器&#10;路由計算&#10;傳送排程&#10;資源預約">
            <a:extLst xmlns:a="http://schemas.openxmlformats.org/drawingml/2006/main">
              <a:ext uri="{FF2B5EF4-FFF2-40B4-BE49-F238E27FC236}">
                <a16:creationId xmlns:a16="http://schemas.microsoft.com/office/drawing/2014/main" id="{55333FD0-D79E-4CB9-A3B6-DF8A75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路由計算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傳送排程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資源預約</a:t>
            </a:r>
          </a:p>
        </p:txBody>
      </p:sp>
      <p:sp>
        <p:nvSpPr>
          <p:cNvPr id="6" name="箭號: 向右 5">
            <a:extLst xmlns:a="http://schemas.openxmlformats.org/drawingml/2006/main">
              <a:ext uri="{FF2B5EF4-FFF2-40B4-BE49-F238E27FC236}">
                <a16:creationId xmlns:a16="http://schemas.microsoft.com/office/drawing/2014/main" id="{4D7DC20F-712E-41E3-8F21-8F1A8F9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7" name="相關節點&#10;保存 bundle&#10;依局部排程轉送">
            <a:extLst xmlns:a="http://schemas.openxmlformats.org/drawingml/2006/main">
              <a:ext uri="{FF2B5EF4-FFF2-40B4-BE49-F238E27FC236}">
                <a16:creationId xmlns:a16="http://schemas.microsoft.com/office/drawing/2014/main" id="{4C92C1CA-FA74-4ED4-8D66-0EC011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保存 bundle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依局部排程轉送</a:t>
            </a:r>
          </a:p>
        </p:txBody>
      </p:sp>
      <p:sp>
        <p:nvSpPr>
          <p:cNvPr id="8" name="中央端維護全域 R_c 與 O_v(t)">
            <a:extLst xmlns:a="http://schemas.openxmlformats.org/drawingml/2006/main">
              <a:ext uri="{FF2B5EF4-FFF2-40B4-BE49-F238E27FC236}">
                <a16:creationId xmlns:a16="http://schemas.microsoft.com/office/drawing/2014/main" id="{1784BB67-F4D4-41E3-8397-C042E20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6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中央維護剩餘容量、Buffer 占用及 contact 已預約發送時段</a:t>
            </a:r>
          </a:p>
        </p:txBody>
      </p:sp>
      <p:sp>
        <p:nvSpPr>
          <p:cNvPr id="9" name="節點只取得與自己相關的 contact 與傳送指令">
            <a:extLst xmlns:a="http://schemas.openxmlformats.org/drawingml/2006/main">
              <a:ext uri="{FF2B5EF4-FFF2-40B4-BE49-F238E27FC236}">
                <a16:creationId xmlns:a16="http://schemas.microsoft.com/office/drawing/2014/main" id="{F630D0B1-C416-42C5-B73E-12A7042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1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節點只取得與自己相關的 contact 與傳送指令</a:t>
            </a:r>
          </a:p>
        </p:txBody>
      </p:sp>
      <p:sp>
        <p:nvSpPr>
          <p:cNvPr id="10" name="A 路徑接受後更新資源狀態，再以更新後的狀態替 B 搜尋">
            <a:extLst xmlns:a="http://schemas.openxmlformats.org/drawingml/2006/main">
              <a:ext uri="{FF2B5EF4-FFF2-40B4-BE49-F238E27FC236}">
                <a16:creationId xmlns:a16="http://schemas.microsoft.com/office/drawing/2014/main" id="{9F170DDF-EE00-41E5-AA86-7D32C96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A 路徑接受後更新資源狀態，再以更新後的狀態替 B 搜尋</a:t>
            </a:r>
          </a:p>
        </p:txBody>
      </p:sp>
      <p:sp>
        <p:nvSpPr>
          <p:cNvPr id="11" name="takeaway-2">
            <a:extLst xmlns:a="http://schemas.openxmlformats.org/drawingml/2006/main">
              <a:ext uri="{FF2B5EF4-FFF2-40B4-BE49-F238E27FC236}">
                <a16:creationId xmlns:a16="http://schemas.microsoft.com/office/drawing/2014/main" id="{6E2176B1-EB19-4825-A60C-8602A8E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全域決策集中在中央端，節點負責實際 store-and-forward。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99B76C91-3DEF-403D-B104-512F3DC1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1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Q 與 U 的讀法">
            <a:extLst xmlns:a="http://schemas.openxmlformats.org/drawingml/2006/main">
              <a:ext uri="{FF2B5EF4-FFF2-40B4-BE49-F238E27FC236}">
                <a16:creationId xmlns:a16="http://schemas.microsoft.com/office/drawing/2014/main" id="{D83F66B3-B118-4816-9BB7-3ADD335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與 Q 的定義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36A1F7F-F151-498B-80AA-FE093C8D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81EDD45-2D9A-43BF-BAFB-3337E60B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0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 = (c, A, s, </a:t>
            </a: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)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60F4612-DC4D-4385-AF9B-5755557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72F6AB1-587A-4F66-8E15-213CE49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860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最後使用的 contact；目前節點為它的接收端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CC2F8EF-D37B-4568-9A5D-12F4A3A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2A98481-1DD9-4690-B17D-038222C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整包通過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c 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後，完整抵達接收端的時間</a:t>
            </a:r>
            <a:endParaRPr sz="2025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EBF5AB7-E04E-4680-A799-B6477E98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ADBF53A-2D07-488A-90D3-8F486846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7185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在 c 上實際開始傳送的時間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215C3AE-CD68-4EB5-8D0F-3361B7F1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1477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</a:t>
            </a:r>
            <a:endParaRPr sz="217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FE53101-8872-4397-B3CE-684DE9BF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1477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前一個 label，供路徑與各跳時間回溯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1410748-4E68-40F0-BFE3-97A4676A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例：L₂ = (c4, 8, 7, L₀)，表示 7 秒起送、8 秒到 B。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E8AEC30-0018-4B76-A477-DCD64AF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Q：依 A 取出最小者，同值先建立者優先。L₀ = (c₀, g, —, ∅)。</a:t>
            </a:r>
          </a:p>
        </p:txBody>
      </p:sp>
    </p:spTree>
    <p:extLst>
      <p:ext uri="{BB962C8B-B14F-4D97-AF65-F5344CB8AC3E}">
        <p14:creationId xmlns:p14="http://schemas.microsoft.com/office/powerpoint/2010/main" val="14653088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01　固定拓樸與兩包需求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3" name="第一包 X→D（g=0）；第二包 A→D（g=1），依序搜尋。">
            <a:extLst xmlns:a="http://schemas.openxmlformats.org/drawingml/2006/main">
              <a:ext uri="{FF2B5EF4-FFF2-40B4-BE49-F238E27FC236}">
                <a16:creationId xmlns:a16="http://schemas.microsoft.com/office/drawing/2014/main" id="{A5089E99-7D7E-4252-809C-6540D4C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X→D（g=0）；第二包 A→D（g=1），依序搜尋。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EDA848D-48DF-4D1C-9BE6-DFF9427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每包 4 MB，傳一跳需要 1 秒">
            <a:extLst xmlns:a="http://schemas.openxmlformats.org/drawingml/2006/main">
              <a:ext uri="{FF2B5EF4-FFF2-40B4-BE49-F238E27FC236}">
                <a16:creationId xmlns:a16="http://schemas.microsoft.com/office/drawing/2014/main" id="{26EA6261-363E-456D-8F27-66682FE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每包 S=4 MB，傳輸時間 S/r=1 秒</a:t>
            </a:r>
          </a:p>
        </p:txBody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847C6BBF-7995-4E99-9516-37E4465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5C975B19-BCD0-4135-8353-F6D73F3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E9CE22D-AB6D-44B3-ADB1-2853ED0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193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B169E802-7099-415D-8196-211BAB5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001400B1-A55C-4167-8642-470F486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45A860E-47D3-49E4-89F1-D56FD75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c3">
            <a:extLst xmlns:a="http://schemas.openxmlformats.org/drawingml/2006/main">
              <a:ext uri="{FF2B5EF4-FFF2-40B4-BE49-F238E27FC236}">
                <a16:creationId xmlns:a16="http://schemas.microsoft.com/office/drawing/2014/main" id="{637DE918-99FD-486F-A110-90E5564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81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1F0F901-4E6E-4BEE-990C-004C11B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74957B4-BFDB-4E84-9FD1-57C8384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6670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8" name="c4">
            <a:extLst xmlns:a="http://schemas.openxmlformats.org/drawingml/2006/main">
              <a:ext uri="{FF2B5EF4-FFF2-40B4-BE49-F238E27FC236}">
                <a16:creationId xmlns:a16="http://schemas.microsoft.com/office/drawing/2014/main" id="{D17CCA23-D8ED-4BF6-9DFC-D4FD1B8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F497A64F-A4FE-401F-8150-0D86D4B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0089B36-0EDB-44AE-B2E9-C8BB77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990850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1" name="c5">
            <a:extLst xmlns:a="http://schemas.openxmlformats.org/drawingml/2006/main">
              <a:ext uri="{FF2B5EF4-FFF2-40B4-BE49-F238E27FC236}">
                <a16:creationId xmlns:a16="http://schemas.microsoft.com/office/drawing/2014/main" id="{DE908516-2E1E-48DC-A2E7-3EA4A13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289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662E9DAD-8665-49CC-B8DC-CA393F5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9865CEE-FCD1-4892-A45B-4B5C320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3147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4" name="c6">
            <a:extLst xmlns:a="http://schemas.openxmlformats.org/drawingml/2006/main">
              <a:ext uri="{FF2B5EF4-FFF2-40B4-BE49-F238E27FC236}">
                <a16:creationId xmlns:a16="http://schemas.microsoft.com/office/drawing/2014/main" id="{6184F47E-188B-49FC-BC18-551A94F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BFF7C9AC-EC8F-4230-BF85-BC673E3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2C1945C8-CBD6-4455-B223-6682C92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6385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7" name="c7">
            <a:extLst xmlns:a="http://schemas.openxmlformats.org/drawingml/2006/main">
              <a:ext uri="{FF2B5EF4-FFF2-40B4-BE49-F238E27FC236}">
                <a16:creationId xmlns:a16="http://schemas.microsoft.com/office/drawing/2014/main" id="{4F579B05-AEFD-4D56-BC20-B65845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28B81DAE-05CE-4668-BC05-81DBB72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19EA17D-F585-40BA-97C6-488407F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624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0" name="c8">
            <a:extLst xmlns:a="http://schemas.openxmlformats.org/drawingml/2006/main">
              <a:ext uri="{FF2B5EF4-FFF2-40B4-BE49-F238E27FC236}">
                <a16:creationId xmlns:a16="http://schemas.microsoft.com/office/drawing/2014/main" id="{D4240DD7-4022-40AD-B590-51B72D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4E394CAD-F639-4086-B72A-A93FAB1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92D6BBA-0A53-4B51-9EF5-6503956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2862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32367D96-4027-4F3F-B9DD-2104242E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7CDDB5DE-76B2-4E4D-B4C6-CDFD76F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5" name="0">
            <a:extLst xmlns:a="http://schemas.openxmlformats.org/drawingml/2006/main">
              <a:ext uri="{FF2B5EF4-FFF2-40B4-BE49-F238E27FC236}">
                <a16:creationId xmlns:a16="http://schemas.microsoft.com/office/drawing/2014/main" id="{ED640A71-1935-4705-8289-8AAFAF2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F47279B9-1BCF-4941-B9CD-607D18B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7" name="2">
            <a:extLst xmlns:a="http://schemas.openxmlformats.org/drawingml/2006/main">
              <a:ext uri="{FF2B5EF4-FFF2-40B4-BE49-F238E27FC236}">
                <a16:creationId xmlns:a16="http://schemas.microsoft.com/office/drawing/2014/main" id="{ECF85465-622E-4E41-AB9C-D218F2F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78CD899B-A380-49E8-BE02-5F24AA1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9" name="4">
            <a:extLst xmlns:a="http://schemas.openxmlformats.org/drawingml/2006/main">
              <a:ext uri="{FF2B5EF4-FFF2-40B4-BE49-F238E27FC236}">
                <a16:creationId xmlns:a16="http://schemas.microsoft.com/office/drawing/2014/main" id="{C4B11492-8BC0-4722-850F-D3F0F4E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0" name="手繪多邊形: 圖案 69">
            <a:extLst xmlns:a="http://schemas.openxmlformats.org/drawingml/2006/main">
              <a:ext uri="{FF2B5EF4-FFF2-40B4-BE49-F238E27FC236}">
                <a16:creationId xmlns:a16="http://schemas.microsoft.com/office/drawing/2014/main" id="{6AEB21D0-4663-497A-90F5-8EE462F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1" name="6">
            <a:extLst xmlns:a="http://schemas.openxmlformats.org/drawingml/2006/main">
              <a:ext uri="{FF2B5EF4-FFF2-40B4-BE49-F238E27FC236}">
                <a16:creationId xmlns:a16="http://schemas.microsoft.com/office/drawing/2014/main" id="{2526FED1-379B-4849-8D57-5CB8AE7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72" name="手繪多邊形: 圖案 71">
            <a:extLst xmlns:a="http://schemas.openxmlformats.org/drawingml/2006/main">
              <a:ext uri="{FF2B5EF4-FFF2-40B4-BE49-F238E27FC236}">
                <a16:creationId xmlns:a16="http://schemas.microsoft.com/office/drawing/2014/main" id="{9FA0FFD8-25A5-48C9-90FC-1CF9910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3" name="8">
            <a:extLst xmlns:a="http://schemas.openxmlformats.org/drawingml/2006/main">
              <a:ext uri="{FF2B5EF4-FFF2-40B4-BE49-F238E27FC236}">
                <a16:creationId xmlns:a16="http://schemas.microsoft.com/office/drawing/2014/main" id="{931E9CF4-C16C-4B9F-A505-7EC88F0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74" name="手繪多邊形: 圖案 73">
            <a:extLst xmlns:a="http://schemas.openxmlformats.org/drawingml/2006/main">
              <a:ext uri="{FF2B5EF4-FFF2-40B4-BE49-F238E27FC236}">
                <a16:creationId xmlns:a16="http://schemas.microsoft.com/office/drawing/2014/main" id="{1BA7EBA1-A99F-4E8D-8874-0BC53CE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5" name="10">
            <a:extLst xmlns:a="http://schemas.openxmlformats.org/drawingml/2006/main">
              <a:ext uri="{FF2B5EF4-FFF2-40B4-BE49-F238E27FC236}">
                <a16:creationId xmlns:a16="http://schemas.microsoft.com/office/drawing/2014/main" id="{3A00D3CF-D95C-42E5-A2B6-782B44F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76" name="手繪多邊形: 圖案 75">
            <a:extLst xmlns:a="http://schemas.openxmlformats.org/drawingml/2006/main">
              <a:ext uri="{FF2B5EF4-FFF2-40B4-BE49-F238E27FC236}">
                <a16:creationId xmlns:a16="http://schemas.microsoft.com/office/drawing/2014/main" id="{F878F253-70FB-4FB6-910D-01E0EDE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7" name="12">
            <a:extLst xmlns:a="http://schemas.openxmlformats.org/drawingml/2006/main">
              <a:ext uri="{FF2B5EF4-FFF2-40B4-BE49-F238E27FC236}">
                <a16:creationId xmlns:a16="http://schemas.microsoft.com/office/drawing/2014/main" id="{90C301B0-DA42-42B9-A722-C6B6C7F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78" name="秒">
            <a:extLst xmlns:a="http://schemas.openxmlformats.org/drawingml/2006/main">
              <a:ext uri="{FF2B5EF4-FFF2-40B4-BE49-F238E27FC236}">
                <a16:creationId xmlns:a16="http://schemas.microsoft.com/office/drawing/2014/main" id="{9A231F98-18F6-44B2-9DD1-F21DB98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714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各節點 buffer 上限 4 MB</a:t>
            </a:r>
          </a:p>
        </p:txBody>
      </p:sp>
      <p:sp>
        <p:nvSpPr>
          <p:cNvPr id="81" name="c1">
            <a:extLst xmlns:a="http://schemas.openxmlformats.org/drawingml/2006/main">
              <a:ext uri="{FF2B5EF4-FFF2-40B4-BE49-F238E27FC236}">
                <a16:creationId xmlns:a16="http://schemas.microsoft.com/office/drawing/2014/main" id="{E8B70119-AFD0-4F92-BC69-28ABBE2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E8A6AE67-4070-48E3-883C-12F9A7D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6235B4E9-469C-4540-945E-27A0922B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748155E2-80C6-487C-938C-A3AD119E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C21272F0-DC72-49EE-8F78-C547EBA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179B7D1C-C8DC-4DA8-975A-E819292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1AF742B6-3441-4CB6-B65A-174A5BD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2015797B-B264-4CA6-98D6-26CFE0C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</p:spTree>
    <p:extLst>
      <p:ext uri="{BB962C8B-B14F-4D97-AF65-F5344CB8AC3E}">
        <p14:creationId xmlns:p14="http://schemas.microsoft.com/office/powerpoint/2010/main" val="4224337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 與資源狀態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節點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buffer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上限</a:t>
            </a: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=4 MB</a:t>
            </a:r>
          </a:p>
        </p:txBody>
      </p:sp>
      <p:graphicFrame>
        <p:nvGraphicFramePr>
          <p:cNvPr id="131" name="表格 80"/>
          <p:cNvGraphicFramePr/>
          <p:nvPr/>
        </p:nvGraphicFramePr>
        <p:xfrm>
          <a:off xmlns:a="http://schemas.openxmlformats.org/drawingml/2006/main" x="5826817" y="1394567"/>
          <a:ext xmlns:a="http://schemas.openxmlformats.org/drawingml/2006/main" cx="6209675" cy="3291840"/>
        </p:xfrm>
        <a:graphic xmlns:a="http://schemas.openxmlformats.org/drawingml/2006/main"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41935"/>
                <a:gridCol w="1241935"/>
                <a:gridCol w="1241935"/>
                <a:gridCol w="1241935"/>
                <a:gridCol w="1241935"/>
              </a:tblGrid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Contact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傳送端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接收端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開始時間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結束時間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X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9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11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50">
                          <a:latin typeface="DFKai-SB"/>
                          <a:ea typeface="DFKai-SB"/>
                          <a:cs typeface="DFKai-SB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A9B9609D-F53E-4A17-94C3-28A92EC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402D3F27-6C6F-4479-BD23-C1C169A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B8FDB4F2-9290-473A-9847-2641BD3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152C9C13-4D14-4DB1-BD5E-1227CAA1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D7BA87BF-1B19-47C1-8759-20BFD27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ECAA8ACD-7BDB-4435-A98E-C637932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6D87B596-792E-4AA2-9378-1B524C3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89" name="c1">
            <a:extLst xmlns:a="http://schemas.openxmlformats.org/drawingml/2006/main">
              <a:ext uri="{FF2B5EF4-FFF2-40B4-BE49-F238E27FC236}">
                <a16:creationId xmlns:a16="http://schemas.microsoft.com/office/drawing/2014/main" id="{1EC0492B-892A-4500-914C-3385E555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90" name="c7">
            <a:extLst xmlns:a="http://schemas.openxmlformats.org/drawingml/2006/main">
              <a:ext uri="{FF2B5EF4-FFF2-40B4-BE49-F238E27FC236}">
                <a16:creationId xmlns:a16="http://schemas.microsoft.com/office/drawing/2014/main" id="{6318B838-97DE-4817-B9DD-0428DFFB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FB7C0ED2-596D-465D-8A1C-7B991605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339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r=4 MB/s；δ(c2,c5,c6)=1 秒，其餘 δ=0</a:t>
            </a: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E00AF2DF-0A9A-4465-90FD-E8362C8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958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初始 R(c1～c8)=(4,4,4,8,4,4,2,4) MB</a:t>
            </a:r>
          </a:p>
        </p:txBody>
      </p:sp>
    </p:spTree>
    <p:extLst>
      <p:ext uri="{BB962C8B-B14F-4D97-AF65-F5344CB8AC3E}">
        <p14:creationId xmlns:p14="http://schemas.microsoft.com/office/powerpoint/2010/main" val="41873788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2　第一包：X 經 c1 到 B">
            <a:extLst xmlns:a="http://schemas.openxmlformats.org/drawingml/2006/main">
              <a:ext uri="{FF2B5EF4-FFF2-40B4-BE49-F238E27FC236}">
                <a16:creationId xmlns:a16="http://schemas.microsoft.com/office/drawing/2014/main" id="{6A687F78-A6FC-4236-BFCB-A1CE26C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02　第一包：X 經 c1 到 B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49C2689B-3202-43B9-B51B-A202134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" name="c1：0+4≤4；X 與 B 的占用峰值都為 4 MB，因此建立">
            <a:extLst xmlns:a="http://schemas.openxmlformats.org/drawingml/2006/main">
              <a:ext uri="{FF2B5EF4-FFF2-40B4-BE49-F238E27FC236}">
                <a16:creationId xmlns:a16="http://schemas.microsoft.com/office/drawing/2014/main" id="{29FE7263-9BA2-4A2D-8598-2F43890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可分配量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4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≥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ize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；</a:t>
            </a:r>
            <a:r>
              <a:rPr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buffer 為 4 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MB，建立</a:t>
            </a: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L₁。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2F504C2-C0AA-4D85-B7EC-347DF78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E57D457-4198-4E4A-8F36-5E58FA4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9665875-DFC0-4820-85C6-0C3DFDE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98AAB3D7-4A03-498A-8457-9024AF6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37D0208-637F-4915-8F28-9E4B8AB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09CB55A-8292-4EFD-AECE-C2F1DE6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4C0F236-B467-4AF1-AE29-B8BC668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AC54604C-C4A4-4C86-B306-BA22EF4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02F16C2-5777-4A53-BE5A-995935D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18FEABC2-0023-4B4C-BF8C-2962E79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ECC1A91C-7E74-4A9E-A91D-2D54E8E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D48A92D-DF60-450F-B446-7AAED32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6CFDAD5-B8C4-4D76-A0BA-C29554C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F9382159-0350-4C2F-9AEC-A6A837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3012E47-3FF2-4DB2-B769-84074E0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DAFB4F5-3A02-4EE5-AE9D-F7DF594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E1ADABF-8D20-47D2-B6D8-35117C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F3EDEF7-F27A-4D9D-8688-A7544BF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1EB9B57-5B37-4A44-A752-335FE7B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76B1AD67-FEF3-4854-A820-B8A46F8E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8F47428E-F94A-46FC-89A6-27912DC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4444C75B-AD18-4E81-944D-46EF592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8CD4C5F-271C-4253-9107-BFE84FE6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35B5142-3D38-43F2-BB67-A0E9534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1FFA838-B0B8-4F10-AC75-11A34CE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487A93D-D821-4937-AF3C-550088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2234B9C-D9F6-46A6-900C-E962F3D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48008F5-E6C8-404A-90B9-3F0B6E8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8118CA9-1B19-48BA-9944-7E37C88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19362597-7459-475E-9821-306540D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BEF37F97-2497-4BC0-94B5-57E8051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86E672F2-1DD4-4AF3-91B5-D3E65D1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AED4C7F9-B26C-4896-92E4-6C8F9F9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c1：發送與接收都在 2～3 秒">
            <a:extLst xmlns:a="http://schemas.openxmlformats.org/drawingml/2006/main">
              <a:ext uri="{FF2B5EF4-FFF2-40B4-BE49-F238E27FC236}">
                <a16:creationId xmlns:a16="http://schemas.microsoft.com/office/drawing/2014/main" id="{4D2369B8-0B43-4338-BA0B-2EA2D8F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c1：發送與接收都在 2～3 秒</a:t>
            </a:r>
          </a:p>
        </p:txBody>
      </p:sp>
      <p:sp>
        <p:nvSpPr>
          <p:cNvPr id="39" name="X 等待">
            <a:extLst xmlns:a="http://schemas.openxmlformats.org/drawingml/2006/main">
              <a:ext uri="{FF2B5EF4-FFF2-40B4-BE49-F238E27FC236}">
                <a16:creationId xmlns:a16="http://schemas.microsoft.com/office/drawing/2014/main" id="{72A5747C-7C01-4FA6-A47F-F7E6716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等待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4522070-D028-41E1-AA5E-13933B5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C291C53-0B0C-4DD7-BA77-A5197EA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B"/>
          </a:solidFill>
          <a:ln xmlns:a="http://schemas.openxmlformats.org/drawingml/2006/main" w="14288">
            <a:solidFill>
              <a:srgbClr val="D5D5DB"/>
            </a:solidFill>
          </a:ln>
        </p:spPr>
      </p:sp>
      <p:sp>
        <p:nvSpPr>
          <p:cNvPr id="42" name="X 發送">
            <a:extLst xmlns:a="http://schemas.openxmlformats.org/drawingml/2006/main">
              <a:ext uri="{FF2B5EF4-FFF2-40B4-BE49-F238E27FC236}">
                <a16:creationId xmlns:a16="http://schemas.microsoft.com/office/drawing/2014/main" id="{6BB2CD00-1DC3-40B7-9667-D1142CB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發送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91CF40E-20BC-472F-93EC-3C98967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A0ECCC8-93B6-4FEB-9FC2-5BAC00C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B 接收">
            <a:extLst xmlns:a="http://schemas.openxmlformats.org/drawingml/2006/main">
              <a:ext uri="{FF2B5EF4-FFF2-40B4-BE49-F238E27FC236}">
                <a16:creationId xmlns:a16="http://schemas.microsoft.com/office/drawing/2014/main" id="{77917FB2-7EA1-4313-B476-DBCDD71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FDD2462-2DF8-44DF-A964-2FBFC05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7E4B5B5-9AB9-47E2-B08E-96F702F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422C55F-0E11-4943-BD2C-96E030C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8FEC7DBD-3B2C-417C-8679-A72FB0B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2092AA55-BA42-4575-95CE-A698A0F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12841A0F-972A-465B-9DD5-D0D3FA7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D2675B82-3DC2-4734-8D40-796DA83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1">
            <a:extLst xmlns:a="http://schemas.openxmlformats.org/drawingml/2006/main">
              <a:ext uri="{FF2B5EF4-FFF2-40B4-BE49-F238E27FC236}">
                <a16:creationId xmlns:a16="http://schemas.microsoft.com/office/drawing/2014/main" id="{0E2A1F7A-0215-48C3-BC08-1C0BB4B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AC35E44C-CE81-432D-8395-1ACAECF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2">
            <a:extLst xmlns:a="http://schemas.openxmlformats.org/drawingml/2006/main">
              <a:ext uri="{FF2B5EF4-FFF2-40B4-BE49-F238E27FC236}">
                <a16:creationId xmlns:a16="http://schemas.microsoft.com/office/drawing/2014/main" id="{9AFF4166-A520-4C8D-8F81-CF88D58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F148A40D-F4AC-4CA9-9FBD-EE39C73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3">
            <a:extLst xmlns:a="http://schemas.openxmlformats.org/drawingml/2006/main">
              <a:ext uri="{FF2B5EF4-FFF2-40B4-BE49-F238E27FC236}">
                <a16:creationId xmlns:a16="http://schemas.microsoft.com/office/drawing/2014/main" id="{4AAB76AE-AE11-4854-B568-034550F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428DAB91-1878-449F-8B78-6D9964F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4">
            <a:extLst xmlns:a="http://schemas.openxmlformats.org/drawingml/2006/main">
              <a:ext uri="{FF2B5EF4-FFF2-40B4-BE49-F238E27FC236}">
                <a16:creationId xmlns:a16="http://schemas.microsoft.com/office/drawing/2014/main" id="{3420AB9F-A99F-4760-99EE-707DB6C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0" name="秒">
            <a:extLst xmlns:a="http://schemas.openxmlformats.org/drawingml/2006/main">
              <a:ext uri="{FF2B5EF4-FFF2-40B4-BE49-F238E27FC236}">
                <a16:creationId xmlns:a16="http://schemas.microsoft.com/office/drawing/2014/main" id="{F58B1BF9-BD35-4857-A5D2-F0B784B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1" name="L₁ = (B, 3, {c1:4})">
            <a:extLst xmlns:a="http://schemas.openxmlformats.org/drawingml/2006/main">
              <a:ext uri="{FF2B5EF4-FFF2-40B4-BE49-F238E27FC236}">
                <a16:creationId xmlns:a16="http://schemas.microsoft.com/office/drawing/2014/main" id="{FBC3A50B-9584-4941-8805-94F981A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L₁ = (c1, 3, 2, L₀)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F120D6CB-6665-4EAE-8F87-5F5B6DC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₀(X,0)] → 取出 L₀">
            <a:extLst xmlns:a="http://schemas.openxmlformats.org/drawingml/2006/main">
              <a:ext uri="{FF2B5EF4-FFF2-40B4-BE49-F238E27FC236}">
                <a16:creationId xmlns:a16="http://schemas.microsoft.com/office/drawing/2014/main" id="{2D3AD0F7-4B69-4A85-A603-78B0593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[L₀(c₀,0,—,∅)] → 取出 L₀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97F774BB-3750-4C9A-B23A-5C8E427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1995BD54-3E60-4508-A0E3-7EFA4C4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9695D9D9-8AF0-490C-A4F6-CB1B551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[L₁(B,3)]">
            <a:extLst xmlns:a="http://schemas.openxmlformats.org/drawingml/2006/main">
              <a:ext uri="{FF2B5EF4-FFF2-40B4-BE49-F238E27FC236}">
                <a16:creationId xmlns:a16="http://schemas.microsoft.com/office/drawing/2014/main" id="{AEBEAD96-F1ED-43DB-8189-858926E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[L₁(c1,3,2,L₀)]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D440B9FB-6110-44F7-9D25-2B26788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ABB9169B-48D7-404F-8F8A-926B035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CC913A2-2DA8-457F-AEB4-58F9198B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F1E6F8A-6286-49AD-899D-217C409E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5B1CEE2-020B-4F23-AA3D-2D1D946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F574807B-1167-4F84-8793-A36D157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1922D672-A63B-4D2F-8478-336CACD3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315A9E5-4432-4106-983F-FBA8878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5F903D7C-C93B-44DD-81A3-A9E17EB4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7877521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3　第一包：在 B 比較 c2、c5">
            <a:extLst xmlns:a="http://schemas.openxmlformats.org/drawingml/2006/main">
              <a:ext uri="{FF2B5EF4-FFF2-40B4-BE49-F238E27FC236}">
                <a16:creationId xmlns:a16="http://schemas.microsoft.com/office/drawing/2014/main" id="{86A77F8A-AE81-4B07-8FBB-1DBBB8A9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03　第一包：在 B 比較 c2、c5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BC3FFBC6-8E7D-40F3-8E72-AD68636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3" name="兩條路徑都可行。先保留 D 的第 8 秒與第 12 秒標籤。">
            <a:extLst xmlns:a="http://schemas.openxmlformats.org/drawingml/2006/main">
              <a:ext uri="{FF2B5EF4-FFF2-40B4-BE49-F238E27FC236}">
                <a16:creationId xmlns:a16="http://schemas.microsoft.com/office/drawing/2014/main" id="{96EBEB97-2901-451B-A983-4F38A67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兩條路徑都可行</a:t>
            </a:r>
            <a:endParaRPr sz="202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EE17D45-8F54-4284-836E-4C8687E6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ACD232C2-BBEB-4468-8C94-0BA6B55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E79C924-4BBF-4271-979F-D952AF2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0B35C13-3930-456B-A516-1F8E324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B8B296E6-61D2-4BF1-AABE-FEAEF1F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349C1A1-90EB-4134-9A68-D0DD3EB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F3A1CD8-FFDF-4F6B-AA48-DC637C4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6E0A49D-BB82-4BF8-AE1D-1EF095F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56430F4-6D76-4F6E-A978-2257D5E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5CD01050-33BD-4592-9CB4-33417CC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8B2D57-9817-47D0-A7D1-76185685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AC8E846D-4C7D-4AA6-873C-CFEF070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9729106-0439-41B1-A5B5-68E9FB0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E7EB777-74DB-4CBB-B208-6265AB4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64AF29EC-02F9-4204-BEE4-E58721C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EA9AA0ED-9E78-41A3-8439-E92CFB0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4BDFD7A-F6F1-48CB-8AEF-05D7285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4AFD3FEA-FC8D-4B1C-B93E-5044142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856E17F-9697-4B85-972A-11ECB37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78ABF2F-5F14-4B58-B0BB-0D7E9C8D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7998738-071B-4EAA-AF7F-493537B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80CDDB2-B0DF-420E-9DA3-3748AEA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528712B1-DA60-4A6E-AFCF-E806220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8A87576B-B3F0-4FFB-BE05-045550A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91501F8-B80D-4D4D-90E0-F955740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8C6FC26C-C67A-4006-AAD2-48289CE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22E9179-4942-4343-A07A-8370BF3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DC3AE523-9389-488C-BCDA-1761651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50D28FA4-3AC7-4307-8397-718EC4F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DE33318E-C5F9-4D8D-A36C-856618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24193E4-EF26-4393-A08F-4A85CC6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732CA900-2699-4E6C-9742-4E299AB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23BC08E8-9825-4307-A37C-5D1F06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54F32CE-64FF-4FB3-A2DA-DA4DD10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發送完成後，還要傳播 1 秒">
            <a:extLst xmlns:a="http://schemas.openxmlformats.org/drawingml/2006/main">
              <a:ext uri="{FF2B5EF4-FFF2-40B4-BE49-F238E27FC236}">
                <a16:creationId xmlns:a16="http://schemas.microsoft.com/office/drawing/2014/main" id="{0133F317-4C6D-4C07-9857-0CA14AB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發送完成後，還要傳播 1 秒</a:t>
            </a:r>
          </a:p>
        </p:txBody>
      </p:sp>
      <p:sp>
        <p:nvSpPr>
          <p:cNvPr id="39" name="c2 發送">
            <a:extLst xmlns:a="http://schemas.openxmlformats.org/drawingml/2006/main">
              <a:ext uri="{FF2B5EF4-FFF2-40B4-BE49-F238E27FC236}">
                <a16:creationId xmlns:a16="http://schemas.microsoft.com/office/drawing/2014/main" id="{0713D5B6-E56F-481B-9C6F-0E0D0ED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 發送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CD4D9D5D-731A-42B6-87CA-FB48142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746145E-D1C8-4127-BCBD-221E49E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D 接收">
            <a:extLst xmlns:a="http://schemas.openxmlformats.org/drawingml/2006/main">
              <a:ext uri="{FF2B5EF4-FFF2-40B4-BE49-F238E27FC236}">
                <a16:creationId xmlns:a16="http://schemas.microsoft.com/office/drawing/2014/main" id="{21097CF2-F545-45E0-B494-8927262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0060079-68BF-4940-96A1-F5873E6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1F5BE1C-02CB-4F88-8629-CE245A2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5050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2D8CA3C6-985E-4B9B-A19D-8B37A5C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4003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c5 發送">
            <a:extLst xmlns:a="http://schemas.openxmlformats.org/drawingml/2006/main">
              <a:ext uri="{FF2B5EF4-FFF2-40B4-BE49-F238E27FC236}">
                <a16:creationId xmlns:a16="http://schemas.microsoft.com/office/drawing/2014/main" id="{7AD396D3-A4C2-4AC8-8C39-D3044AB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 發送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E305F429-278B-4188-B6D7-4715D47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CE09A77-9466-4830-B3F0-E725057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622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D 接收">
            <a:extLst xmlns:a="http://schemas.openxmlformats.org/drawingml/2006/main">
              <a:ext uri="{FF2B5EF4-FFF2-40B4-BE49-F238E27FC236}">
                <a16:creationId xmlns:a16="http://schemas.microsoft.com/office/drawing/2014/main" id="{2B221F65-EB3E-4E83-AFD9-D48A83E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96D77967-E0B5-455F-886B-285DD77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284180E7-ED4F-4823-86C3-EAE86A8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4194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902BDCB-9955-4DA3-BE5D-95465D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3A8DB5A-20C4-4BDD-9592-A9A1FAE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ABEE3EA-C3CF-4AAD-A337-43584AF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6">
            <a:extLst xmlns:a="http://schemas.openxmlformats.org/drawingml/2006/main">
              <a:ext uri="{FF2B5EF4-FFF2-40B4-BE49-F238E27FC236}">
                <a16:creationId xmlns:a16="http://schemas.microsoft.com/office/drawing/2014/main" id="{DBF23DF7-2425-41F5-83AE-E8FA971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24C2E47-7350-43F8-9B1C-95D0F44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8">
            <a:extLst xmlns:a="http://schemas.openxmlformats.org/drawingml/2006/main">
              <a:ext uri="{FF2B5EF4-FFF2-40B4-BE49-F238E27FC236}">
                <a16:creationId xmlns:a16="http://schemas.microsoft.com/office/drawing/2014/main" id="{7CF60D0E-235E-4325-97F9-AC44CD2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D5B983EC-D4F1-446E-9D7F-8D53D10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0">
            <a:extLst xmlns:a="http://schemas.openxmlformats.org/drawingml/2006/main">
              <a:ext uri="{FF2B5EF4-FFF2-40B4-BE49-F238E27FC236}">
                <a16:creationId xmlns:a16="http://schemas.microsoft.com/office/drawing/2014/main" id="{763F1B5F-E00B-4EF4-B822-E3B2DC4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3A4320CF-16A4-4AC3-A9BE-C26C9049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1" name="12">
            <a:extLst xmlns:a="http://schemas.openxmlformats.org/drawingml/2006/main">
              <a:ext uri="{FF2B5EF4-FFF2-40B4-BE49-F238E27FC236}">
                <a16:creationId xmlns:a16="http://schemas.microsoft.com/office/drawing/2014/main" id="{69771F6E-FB9F-4CCA-83A9-A011986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2" name="秒">
            <a:extLst xmlns:a="http://schemas.openxmlformats.org/drawingml/2006/main">
              <a:ext uri="{FF2B5EF4-FFF2-40B4-BE49-F238E27FC236}">
                <a16:creationId xmlns:a16="http://schemas.microsoft.com/office/drawing/2014/main" id="{92DA8E67-2A3D-4D4B-938A-BC7DBF7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9814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3" name="L₂：D,8　　L₃：D,12">
            <a:extLst xmlns:a="http://schemas.openxmlformats.org/drawingml/2006/main">
              <a:ext uri="{FF2B5EF4-FFF2-40B4-BE49-F238E27FC236}">
                <a16:creationId xmlns:a16="http://schemas.microsoft.com/office/drawing/2014/main" id="{5CB35870-9278-4CF1-AFCE-CC4B077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L₂：D,8　　L₃：D,12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ADB4EBF7-62DE-4E2C-9D64-B3DD322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3)] → 取出 L₁">
            <a:extLst xmlns:a="http://schemas.openxmlformats.org/drawingml/2006/main">
              <a:ext uri="{FF2B5EF4-FFF2-40B4-BE49-F238E27FC236}">
                <a16:creationId xmlns:a16="http://schemas.microsoft.com/office/drawing/2014/main" id="{A04BD787-9903-47C6-8EE0-4CCAE97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[L₁(c1,3,2,L₀)] → 取出 L₁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30F3F57D-F6E3-4CE7-8E04-74E5DC8E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83F03CA5-8466-4C9C-83F7-9EEA920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CDF2CB24-D839-47FE-94E3-776941F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65FB0235-B231-4C95-85EA-EF7157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[L₂(c2,8,6,L₁), L₃(c5,12,10,L₁)]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3F16BC1F-B38A-4881-BA85-886D3110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EF96E82-DB33-49CB-879D-2AAE21D6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</a:t>
            </a: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7</a:t>
            </a: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E2DAFA69-0CB7-404A-AD10-B261FA5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04992C6F-EA04-49F4-913B-574E6DC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6595D82A-0C6A-4E76-BD04-F659EA5E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DB333FF3-3F86-4EAF-BBFE-C964D334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1AA6DBC7-2DD5-45FF-BBAE-9D193A0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04B5D679-7862-44DB-910B-A06B548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05032842-8DFF-4B4A-8C7E-037227ED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348381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4　第一包：選路並預約 Buffer">
            <a:extLst xmlns:a="http://schemas.openxmlformats.org/drawingml/2006/main">
              <a:ext uri="{FF2B5EF4-FFF2-40B4-BE49-F238E27FC236}">
                <a16:creationId xmlns:a16="http://schemas.microsoft.com/office/drawing/2014/main" id="{D613585F-4211-49CD-99FE-FF2C83E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04　第一包：選路並預約 Buffer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632BA1A0-9A4C-45B2-BC0C-EBB7BE1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" name="取出 L₂，選定 c1→c2；R[c1]、R[c2] 扣為 0。">
            <a:extLst xmlns:a="http://schemas.openxmlformats.org/drawingml/2006/main">
              <a:ext uri="{FF2B5EF4-FFF2-40B4-BE49-F238E27FC236}">
                <a16:creationId xmlns:a16="http://schemas.microsoft.com/office/drawing/2014/main" id="{CFBE9668-C1A1-49FC-BD91-7DE1B419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 c1→c2，扣容量、更新 Buffer，預約 c1[2,3)、c2[6,7)。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A0BE484-F057-4DC9-9FD3-D1539AC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121AB95C-856D-44E0-97F7-C3172C2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FDA6B79-32EE-45F4-9E89-2AB8180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F6E07B5-C621-4142-9464-CD58F889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BC4A585-67E4-4EA0-ADC4-327470D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3E360D6-C3C4-4073-A3A4-A69FEF4E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F03B5975-BE73-4419-BE3C-5676CED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646E192-5638-45DE-8AF7-A1D5CE4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5D81256-D313-4902-B4EB-1E52794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8C68B1DE-D5B7-41A0-AFE4-72210C5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A2BF2525-940E-46AD-883E-68894BE7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6623040-48B3-46D4-A070-77EF24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634F240-1ACC-4258-8A51-34A0E97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75B5D12D-4C74-4000-81C4-9826F58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092A89AA-75FE-4508-AB85-D40B0D7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81B79764-0DA0-43C0-888E-D0DF341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B24AD716-D724-4DA5-B110-AC9927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C0844776-8896-460B-9380-D514035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28AE05F-2BC0-447A-9E47-8B64004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5227D34-469F-44BE-A97A-05D7AE9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37DFB92E-16C8-4FD2-9D2A-4E0C3C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F9AF385B-6B14-4B47-BD7A-D32CF6C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D4B8A3ED-DEA4-40E9-8D3E-B792424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97C5E063-1088-474E-9810-A5007A0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68D6E8D-29DD-46A9-9324-6415C8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324ED376-9BB9-4A3E-99C1-E4E6516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E259568D-601A-449B-8206-B3F64E9B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F57BD90C-97B8-45D7-AD4F-589D9C0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B26A82D-8594-4883-85C6-36555BC7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476DAE7-322E-4490-8D4E-04FE5A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855AEC4-E2AA-4367-9CD8-5EEFA0B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1DE7549-8722-4F18-82E5-AA24115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292A7F6-4893-4F70-84DE-4DF4A7B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F47481C5-6ABA-43A3-890D-EED1254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手繪多邊形: 圖案 37">
            <a:extLst xmlns:a="http://schemas.openxmlformats.org/drawingml/2006/main">
              <a:ext uri="{FF2B5EF4-FFF2-40B4-BE49-F238E27FC236}">
                <a16:creationId xmlns:a16="http://schemas.microsoft.com/office/drawing/2014/main" id="{32C1ABA8-4683-4E2A-A5BA-0CD246A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39" name="0">
            <a:extLst xmlns:a="http://schemas.openxmlformats.org/drawingml/2006/main">
              <a:ext uri="{FF2B5EF4-FFF2-40B4-BE49-F238E27FC236}">
                <a16:creationId xmlns:a16="http://schemas.microsoft.com/office/drawing/2014/main" id="{2ED7CF81-A157-4757-8442-61B8B9C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3FA8B245-69B5-4B93-B05B-B9D8FBD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C471C021-24C4-4EEB-B808-000D180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D79C4798-3439-4FD1-856F-121E2BC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3" name="上限 4">
            <a:extLst xmlns:a="http://schemas.openxmlformats.org/drawingml/2006/main">
              <a:ext uri="{FF2B5EF4-FFF2-40B4-BE49-F238E27FC236}">
                <a16:creationId xmlns:a16="http://schemas.microsoft.com/office/drawing/2014/main" id="{7FE734A0-CBA3-4B70-853C-C6F9930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0CF72D35-975D-444C-8980-8048476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5" name="0">
            <a:extLst xmlns:a="http://schemas.openxmlformats.org/drawingml/2006/main">
              <a:ext uri="{FF2B5EF4-FFF2-40B4-BE49-F238E27FC236}">
                <a16:creationId xmlns:a16="http://schemas.microsoft.com/office/drawing/2014/main" id="{37020450-290A-40BD-A438-57FD0E5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6048B17E-0E96-4DD5-8836-CF8C0BF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2">
            <a:extLst xmlns:a="http://schemas.openxmlformats.org/drawingml/2006/main">
              <a:ext uri="{FF2B5EF4-FFF2-40B4-BE49-F238E27FC236}">
                <a16:creationId xmlns:a16="http://schemas.microsoft.com/office/drawing/2014/main" id="{F1CEB3AE-23F4-4E4E-969B-BE16BDF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DAA8BEE-1F28-4374-A9BC-569309A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4">
            <a:extLst xmlns:a="http://schemas.openxmlformats.org/drawingml/2006/main">
              <a:ext uri="{FF2B5EF4-FFF2-40B4-BE49-F238E27FC236}">
                <a16:creationId xmlns:a16="http://schemas.microsoft.com/office/drawing/2014/main" id="{B1F18F33-402C-48FA-8B1C-5BADD59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8ABB08-FE00-4E68-9D13-29DDA8A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6">
            <a:extLst xmlns:a="http://schemas.openxmlformats.org/drawingml/2006/main">
              <a:ext uri="{FF2B5EF4-FFF2-40B4-BE49-F238E27FC236}">
                <a16:creationId xmlns:a16="http://schemas.microsoft.com/office/drawing/2014/main" id="{CC024F2B-211B-4327-A5B1-503520D5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9E10B54C-772C-45FB-8E5D-D5FCA8B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8">
            <a:extLst xmlns:a="http://schemas.openxmlformats.org/drawingml/2006/main">
              <a:ext uri="{FF2B5EF4-FFF2-40B4-BE49-F238E27FC236}">
                <a16:creationId xmlns:a16="http://schemas.microsoft.com/office/drawing/2014/main" id="{3611B350-3626-4E7E-8EDC-72406DA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ED94C0-9BE0-416E-A0F0-D2433C9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10">
            <a:extLst xmlns:a="http://schemas.openxmlformats.org/drawingml/2006/main">
              <a:ext uri="{FF2B5EF4-FFF2-40B4-BE49-F238E27FC236}">
                <a16:creationId xmlns:a16="http://schemas.microsoft.com/office/drawing/2014/main" id="{DE2C1F0F-E3C0-4EEB-9566-F0EE3E8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A1B68CA-6581-4AC2-A949-72F477A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2">
            <a:extLst xmlns:a="http://schemas.openxmlformats.org/drawingml/2006/main">
              <a:ext uri="{FF2B5EF4-FFF2-40B4-BE49-F238E27FC236}">
                <a16:creationId xmlns:a16="http://schemas.microsoft.com/office/drawing/2014/main" id="{FC5C8AB8-4A11-4E8E-B65C-610CBAA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328A1436-3C97-4744-A8FD-C07F581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078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9" name="秒">
            <a:extLst xmlns:a="http://schemas.openxmlformats.org/drawingml/2006/main">
              <a:ext uri="{FF2B5EF4-FFF2-40B4-BE49-F238E27FC236}">
                <a16:creationId xmlns:a16="http://schemas.microsoft.com/office/drawing/2014/main" id="{0C47CF89-31DB-445F-8CA3-6C5D9EB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0" name="B：橘線是第一包已預約占用">
            <a:extLst xmlns:a="http://schemas.openxmlformats.org/drawingml/2006/main">
              <a:ext uri="{FF2B5EF4-FFF2-40B4-BE49-F238E27FC236}">
                <a16:creationId xmlns:a16="http://schemas.microsoft.com/office/drawing/2014/main" id="{978E0A14-A242-4530-A189-7F7A5A6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B：橘線是第一包已預約占用</a:t>
            </a:r>
          </a:p>
        </p:txBody>
      </p:sp>
      <p:sp>
        <p:nvSpPr>
          <p:cNvPr id="61" name="接收 ↗　等待 ─　發送 ↘">
            <a:extLst xmlns:a="http://schemas.openxmlformats.org/drawingml/2006/main">
              <a:ext uri="{FF2B5EF4-FFF2-40B4-BE49-F238E27FC236}">
                <a16:creationId xmlns:a16="http://schemas.microsoft.com/office/drawing/2014/main" id="{26BD3348-638D-4EA4-ABCE-420A151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接收 ↗　等待 ─　發送 ↘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2FF29449-3B12-4BD8-885C-B561F8A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F5F1A8AA-8CAD-4B6B-AD77-600C026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[L₂(c2,8,6,L₁), L₃(c5,12,10,L₁)]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AF4EB2A0-8D22-4205-A4CA-31969AD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A851A51B-DFEB-4482-A8EA-0BA9C5B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E35BDCA7-3B94-48B0-BA85-A362114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取出 L₂(D,8) → 第一包結束">
            <a:extLst xmlns:a="http://schemas.openxmlformats.org/drawingml/2006/main">
              <a:ext uri="{FF2B5EF4-FFF2-40B4-BE49-F238E27FC236}">
                <a16:creationId xmlns:a16="http://schemas.microsoft.com/office/drawing/2014/main" id="{9AD4E3BC-F681-4228-A266-88F5BC8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L₂(c2,8,6,L₁) → 第一包結束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CB2FE05-4CB1-4412-984A-C0B26C3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EB07CB91-90C0-441B-8C73-694CC48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85B2522-6376-4C4D-A195-9AD4404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4C0B9132-656E-4037-987F-6A4A006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9951574-1F93-4852-8043-254742A7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A587A928-8BEA-4F23-A6F3-FCB1F3B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EA7C5DD0-B379-418F-A307-8A587A9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90CA67BA-B459-45FD-956D-3C015BE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37C91EAB-F9A6-46A6-BCB7-834FB83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908899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05　第二包：先試 c3，早到 B">
            <a:extLst xmlns:a="http://schemas.openxmlformats.org/drawingml/2006/main">
              <a:ext uri="{FF2B5EF4-FFF2-40B4-BE49-F238E27FC236}">
                <a16:creationId xmlns:a16="http://schemas.microsoft.com/office/drawing/2014/main" id="{32C21895-0377-4A2A-AD86-151E356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05　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：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嘗試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到 B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6FD4E901-907E-4F76-861E-C9206D3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" name="1～2 秒接收可行，因此保留 L₁；能否繼續等待，要下一跳才檢查">
            <a:extLst xmlns:a="http://schemas.openxmlformats.org/drawingml/2006/main">
              <a:ext uri="{FF2B5EF4-FFF2-40B4-BE49-F238E27FC236}">
                <a16:creationId xmlns:a16="http://schemas.microsoft.com/office/drawing/2014/main" id="{404431C4-D911-40BC-91A0-623D191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1～2 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秒接收可行，因此保留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L₁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84269ED-F68D-4E8B-8B5E-0285780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51789BD7-EB36-4B7B-9350-9FC01AE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8E906CA-0058-4565-89FE-21894D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74829FF-1934-48C2-BD07-0672DE9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6F7A6CF-7D72-48AD-8244-517FD6B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8B54772-4264-4465-8302-A62A129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502A5BD-3843-46CE-99FD-96C6B13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C92B5C2-0FD1-4B95-9AC6-C3C5743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52BA432-22BA-49DF-A22D-1D86ADF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15B7E7C-9EFC-4775-BB64-CD1497D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DCD71C5-8B42-4C48-B1BA-8D01E49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CE335239-A268-4013-83D9-F47E6DD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AD877720-ABBF-4511-8E36-5D2E1E3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DC3BE42-5890-4912-ACA4-0404AA6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C6C16F7-6CEC-4051-AFC2-E55EBBB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F949A36-C4F0-4E82-9799-20DD7C4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AD54E01-3126-4E8B-B873-DC48E4D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328B95F-5143-4544-96C3-54AC7DE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D9EB0E8-EDA0-4965-8C6A-A92346F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48E0AF5-471A-447E-B465-8A69459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61D741A6-D1DB-446C-8516-B880C22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F0748F4-4A4B-4C50-B7F8-A74FCC6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CB3B93D-1349-4F2E-917E-BAE6FD9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BAF62AF-A963-430A-8EAD-1940B57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10BB828E-EBB7-4ABD-A359-DBF0DF0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6160D167-435F-4692-BB32-9F1C1D0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75DF2BE-CBC4-4E2D-B512-594A96F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BEDB371-65D8-4F42-837E-FFDEA82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F2EA964-C43B-4C76-97AA-E70FF46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9E01F0FF-9E47-48AC-BBBE-3BD8985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E66DAD4-1D3D-4039-8012-DBCC489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622A4247-93D4-4B75-89AA-29FA6E5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5542F9E4-3DA4-4E65-B5C5-077BA23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D935473-193A-4A64-A783-70B66EA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B 在第 2 秒剛好收到整包">
            <a:extLst xmlns:a="http://schemas.openxmlformats.org/drawingml/2006/main">
              <a:ext uri="{FF2B5EF4-FFF2-40B4-BE49-F238E27FC236}">
                <a16:creationId xmlns:a16="http://schemas.microsoft.com/office/drawing/2014/main" id="{A2F21305-BA50-4907-802C-BB3E0AB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在第 2 秒剛好收到整包</a:t>
            </a:r>
          </a:p>
        </p:txBody>
      </p:sp>
      <p:sp>
        <p:nvSpPr>
          <p:cNvPr id="39" name="第二包接收">
            <a:extLst xmlns:a="http://schemas.openxmlformats.org/drawingml/2006/main">
              <a:ext uri="{FF2B5EF4-FFF2-40B4-BE49-F238E27FC236}">
                <a16:creationId xmlns:a16="http://schemas.microsoft.com/office/drawing/2014/main" id="{4DBC8948-5ECD-4ECF-8790-E241E16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第二包接收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BFC2741F-5E8F-4BB3-97DB-7CB807D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2A002A5-2109-4712-9037-EEDD2E0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2529FD7D-68EC-4279-9DD0-4D558ADA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9431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第一包接收">
            <a:extLst xmlns:a="http://schemas.openxmlformats.org/drawingml/2006/main">
              <a:ext uri="{FF2B5EF4-FFF2-40B4-BE49-F238E27FC236}">
                <a16:creationId xmlns:a16="http://schemas.microsoft.com/office/drawing/2014/main" id="{387410C0-9984-4CF2-97CD-34E6E5A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第一包接收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E8C036D0-63E5-46AE-AB18-017940A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363717F-FF1E-40F6-97C6-2AD1114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60032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6" name="第一包等待">
            <a:extLst xmlns:a="http://schemas.openxmlformats.org/drawingml/2006/main">
              <a:ext uri="{FF2B5EF4-FFF2-40B4-BE49-F238E27FC236}">
                <a16:creationId xmlns:a16="http://schemas.microsoft.com/office/drawing/2014/main" id="{2B634D72-0553-47E8-891D-ECA5C86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第一包等待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7DC29437-2A66-4C72-A170-66C7DC6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D4356D8-42D1-4E10-8FFB-2615D51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02B342D-D22D-4FCE-9CC3-C0538DC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0209D051-0637-4582-8F46-F93925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ED629432-0CFA-46A8-97D4-A9F9072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E143C4C-DFD0-45A5-9AF3-0503865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2">
            <a:extLst xmlns:a="http://schemas.openxmlformats.org/drawingml/2006/main">
              <a:ext uri="{FF2B5EF4-FFF2-40B4-BE49-F238E27FC236}">
                <a16:creationId xmlns:a16="http://schemas.microsoft.com/office/drawing/2014/main" id="{82EFDBB3-D751-489F-AA09-F6AB1F8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0BEB750D-AA6F-4DE7-909E-7FECB57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BA3699C4-6AD9-436E-84C8-889F55B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7E18D786-1B95-4AEF-9205-A57F17A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6">
            <a:extLst xmlns:a="http://schemas.openxmlformats.org/drawingml/2006/main">
              <a:ext uri="{FF2B5EF4-FFF2-40B4-BE49-F238E27FC236}">
                <a16:creationId xmlns:a16="http://schemas.microsoft.com/office/drawing/2014/main" id="{795457AA-9C33-4A7E-8C85-7750EAC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8" name="秒">
            <a:extLst xmlns:a="http://schemas.openxmlformats.org/drawingml/2006/main">
              <a:ext uri="{FF2B5EF4-FFF2-40B4-BE49-F238E27FC236}">
                <a16:creationId xmlns:a16="http://schemas.microsoft.com/office/drawing/2014/main" id="{6E702950-69BC-44F0-B48C-EDC8429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9" name="L₁ = (B, 2, {c3:4})">
            <a:extLst xmlns:a="http://schemas.openxmlformats.org/drawingml/2006/main">
              <a:ext uri="{FF2B5EF4-FFF2-40B4-BE49-F238E27FC236}">
                <a16:creationId xmlns:a16="http://schemas.microsoft.com/office/drawing/2014/main" id="{F5B28C1C-2E21-4E7F-8DA6-89DB947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L₁ = (c3, 2, 1, L₀)</a:t>
            </a:r>
          </a:p>
        </p:txBody>
      </p:sp>
      <p:sp>
        <p:nvSpPr>
          <p:cNvPr id="60" name="Q 原本">
            <a:extLst xmlns:a="http://schemas.openxmlformats.org/drawingml/2006/main">
              <a:ext uri="{FF2B5EF4-FFF2-40B4-BE49-F238E27FC236}">
                <a16:creationId xmlns:a16="http://schemas.microsoft.com/office/drawing/2014/main" id="{9C099732-2BC7-4EBB-816B-A37E98A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1" name="[L₀(A,1)] → 取出 L₀">
            <a:extLst xmlns:a="http://schemas.openxmlformats.org/drawingml/2006/main">
              <a:ext uri="{FF2B5EF4-FFF2-40B4-BE49-F238E27FC236}">
                <a16:creationId xmlns:a16="http://schemas.microsoft.com/office/drawing/2014/main" id="{40895BB7-27EA-4947-AD36-CBC4B53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[L₀(c₀,1,—,∅)] → 取出 L₀</a:t>
            </a:r>
          </a:p>
        </p:txBody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7A7DE1C8-0980-4C1D-AA30-257380B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70BD0359-3AAA-43F6-AD59-358551C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4" name="Q 更新">
            <a:extLst xmlns:a="http://schemas.openxmlformats.org/drawingml/2006/main">
              <a:ext uri="{FF2B5EF4-FFF2-40B4-BE49-F238E27FC236}">
                <a16:creationId xmlns:a16="http://schemas.microsoft.com/office/drawing/2014/main" id="{ECE18C38-88F9-4EB1-8BF6-481DE18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5" name="[L₁(B,2)]">
            <a:extLst xmlns:a="http://schemas.openxmlformats.org/drawingml/2006/main">
              <a:ext uri="{FF2B5EF4-FFF2-40B4-BE49-F238E27FC236}">
                <a16:creationId xmlns:a16="http://schemas.microsoft.com/office/drawing/2014/main" id="{E14F7536-3F7E-4B91-A017-6A87BF1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ECE5B1B7-AE61-4D6E-89C4-91D94521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8D515379-491E-4E8D-87D4-8668292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5474463-A411-4B30-B970-C54B185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75164BA5-9E8F-4038-B86D-DB1012D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5B661736-839F-40FE-BE6E-555E09E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6CA437B4-F5A2-4B8C-AA37-22CA947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B255F75A-B562-4BD3-BF8B-6C71098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891802C-7ABF-4254-977A-6D567E3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5" name="c7">
            <a:extLst xmlns:a="http://schemas.openxmlformats.org/drawingml/2006/main">
              <a:ext uri="{FF2B5EF4-FFF2-40B4-BE49-F238E27FC236}">
                <a16:creationId xmlns:a16="http://schemas.microsoft.com/office/drawing/2014/main" id="{8C8B8057-D7BA-4727-B451-02C2DAA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7927982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第二包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：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嘗試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到 </a:t>
            </a: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  <a:endParaRPr sz="3900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 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第二包發送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</a:t>
            </a: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接收</a:t>
            </a:r>
            <a:endParaRPr sz="1800">
              <a:solidFill>
                <a:srgbClr val="666666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8881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836" y="3076575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L₂：B,8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 第 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8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秒完整抵達</a:t>
            </a: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　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L₂(c4,8,7,L₀)]；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CA74896D-BDC5-4CBE-BE43-F4F98F5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A10BA53B-B2AD-4629-97F6-CECACB2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BB235CD-575E-44C8-B9C7-D6D6329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CA9365B-9B2D-4FCA-B71D-2CD372E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429ECE8B-E9CE-47EC-BF26-FB23C63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44463BA9-9DE0-4008-8CB8-B23008E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5D9A36DA-61EC-417B-9C40-FE340C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9238171C-CB84-4885-A0E7-2272156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86B20D56-32A1-48CE-9EE0-05051F1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036697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第二包：c4 可以晚一點出發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" name="c4 的窗口為 7～9 秒，整包需 1 秒，所以起始時間只有 7">
            <a:extLst xmlns:a="http://schemas.openxmlformats.org/drawingml/2006/main">
              <a:ext uri="{FF2B5EF4-FFF2-40B4-BE49-F238E27FC236}">
                <a16:creationId xmlns:a16="http://schemas.microsoft.com/office/drawing/2014/main" id="{153412B1-F4E7-4914-B5CE-B64A5FB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Δ=1 秒，c4 開放 7～9 秒、整包需 1 秒，枚舉 s=7、8。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同一條 c4，兩個發送選擇">
            <a:extLst xmlns:a="http://schemas.openxmlformats.org/drawingml/2006/main">
              <a:ext uri="{FF2B5EF4-FFF2-40B4-BE49-F238E27FC236}">
                <a16:creationId xmlns:a16="http://schemas.microsoft.com/office/drawing/2014/main" id="{A830BCF3-5371-4852-A713-4CE62C3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同一條 c4，兩個候選開始時間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 窗口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s=7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s=8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</a:t>
            </a:r>
            <a:r>
              <a:rPr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2</a:t>
            </a: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/>
              <a:t>：</a:t>
            </a:r>
            <a:r>
              <a:rPr sz="2025"/>
              <a:t>7 </a:t>
            </a:r>
            <a:r>
              <a:rPr sz="2025"/>
              <a:t>秒起送，</a:t>
            </a:r>
            <a:r>
              <a:rPr sz="2025"/>
              <a:t>8 </a:t>
            </a:r>
            <a:r>
              <a:rPr sz="2025"/>
              <a:t>秒完整抵達 </a:t>
            </a:r>
            <a:r>
              <a:rPr sz="2025"/>
              <a:t>B</a:t>
            </a:r>
            <a:br>
              <a:rPr sz="2025"/>
            </a:b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</a:t>
            </a:r>
            <a:r>
              <a:rPr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3</a:t>
            </a:r>
            <a:r>
              <a:rPr sz="24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/>
              <a:t>：</a:t>
            </a:r>
            <a:r>
              <a:rPr sz="2025"/>
              <a:t>8 </a:t>
            </a:r>
            <a:r>
              <a:rPr sz="2025"/>
              <a:t>秒起送，</a:t>
            </a:r>
            <a:r>
              <a:rPr sz="2025"/>
              <a:t>9 </a:t>
            </a:r>
            <a:r>
              <a:rPr sz="2025"/>
              <a:t>秒完整抵達 </a:t>
            </a:r>
            <a:r>
              <a:rPr sz="2025"/>
              <a:t>B</a:t>
            </a:r>
            <a:endParaRPr sz="2025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053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 = (c3, 2, 1, L₀)]</a:t>
            </a:r>
            <a:endParaRPr sz="1650">
              <a:solidFill>
                <a:srgbClr val="222222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 = (c3, 2, 1, L₀), L₂ = (c4, 8, 7, L₀)]; </a:t>
            </a: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L₃ </a:t>
            </a: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待比較</a:t>
            </a:r>
            <a:endParaRPr sz="1650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CA74896D-BDC5-4CBE-BE43-F4F98F5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A10BA53B-B2AD-4629-97F6-CECACB2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BB235CD-575E-44C8-B9C7-D6D6329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CA9365B-9B2D-4FCA-B71D-2CD372E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429ECE8B-E9CE-47EC-BF26-FB23C63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44463BA9-9DE0-4008-8CB8-B23008E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5D9A36DA-61EC-417B-9C40-FE340C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9238171C-CB84-4885-A0E7-2272156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86B20D56-32A1-48CE-9EE0-05051F1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27040899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07　支配圖解：保留 L₂，刪除 L₃">
            <a:extLst xmlns:a="http://schemas.openxmlformats.org/drawingml/2006/main">
              <a:ext uri="{FF2B5EF4-FFF2-40B4-BE49-F238E27FC236}">
                <a16:creationId xmlns:a16="http://schemas.microsoft.com/office/drawing/2014/main" id="{D61ED70F-1443-4E24-AA47-A3BBCB2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4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07　支配示例：L₂ 可等待至 L₃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D544718B-A117-4694-83A9-CB5915A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" name="L₂ 能等到第 9 秒，且 U₂=U₃，因此可以取代 L₃。">
            <a:extLst xmlns:a="http://schemas.openxmlformats.org/drawingml/2006/main">
              <a:ext uri="{FF2B5EF4-FFF2-40B4-BE49-F238E27FC236}">
                <a16:creationId xmlns:a16="http://schemas.microsoft.com/office/drawing/2014/main" id="{AFEA6227-0A7F-4D36-800F-BAB8C21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 與 L₃ 有相同前驅與 contact，且 L₂ 能持有整包等到第 9 秒。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95EFDD8D-412E-4918-848B-8B512A2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1C20920-5DC8-4550-A752-3EF22E2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A6A3F27-24AF-44D4-AAE9-D873EDC6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8DAE5E2C-156B-433F-B581-751FE5C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A540871-C4F0-46BE-89E3-6A7F219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56151C34-9887-4B90-AC31-7E48EFF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376574BC-8824-4875-9223-651C529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6C0F0C93-4673-4294-8F0A-0EF0C09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9062C76-D6A5-414F-9DB1-C67E425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E3007B2-BB5F-4EB7-A635-B7CAE25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FACDC8EC-FDB5-43CB-B0DA-185F953A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3E38D82C-7AD2-4F52-A8D3-E846EA6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2DBF9D9-DD87-48A2-98B8-87B7367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D735A489-3D22-4D4E-956A-BD3DDF9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50A8F4C-4C9A-430E-A2B4-83271564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CD66471-B866-4CFA-85C5-B1954B27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DD892F1-4F69-4EFA-8791-59CD553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A6D2A430-5BDA-4B6B-B433-883D2AF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12671968-5FDA-4A94-A24A-1FDD007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A2456E1-F262-4269-A347-063ED19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E0D08150-9928-4E22-927B-4D1442E0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03041FB8-AD06-44DE-814B-AD2A9BE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03E400B-AB1D-4296-BA08-B22746B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E172CBC0-79D8-45CF-9E25-27B44CDC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AB166458-4328-404A-A637-2BAE5B1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6FB1689-58A1-4349-8900-B8E234A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AC002A5-9254-4294-BCDF-F169B55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45D94C7-DF9A-44C7-83BC-149F1CE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4D7ED73C-1FE2-4070-A442-5DAEA15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C928CCAF-1516-4C7C-8F1D-A3F31EA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E187EBCF-C313-40F5-A213-B320DB6D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FE48EB9-FC9C-4E16-9C2E-03564FB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F9E53CC-588D-43B9-9B62-543177AC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6952D139-2DA7-4D13-9D2E-F92543F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0CC3728-37A2-46B7-A2A1-92B7A74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9" name="L₂：B,8">
            <a:extLst xmlns:a="http://schemas.openxmlformats.org/drawingml/2006/main">
              <a:ext uri="{FF2B5EF4-FFF2-40B4-BE49-F238E27FC236}">
                <a16:creationId xmlns:a16="http://schemas.microsoft.com/office/drawing/2014/main" id="{5C773199-8DCC-48E6-9DE0-882780E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L₂：c4, A=8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E39F5BB-4C0B-4E14-9C75-25C38C1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41" name="L₃：B,9">
            <a:extLst xmlns:a="http://schemas.openxmlformats.org/drawingml/2006/main">
              <a:ext uri="{FF2B5EF4-FFF2-40B4-BE49-F238E27FC236}">
                <a16:creationId xmlns:a16="http://schemas.microsoft.com/office/drawing/2014/main" id="{8BBFA650-2FE1-4354-B5D5-AA81E4B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L₃：c4, A=9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BDAAD4DB-582E-4803-9441-5593A0B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1238250" cy="9525"/>
          </a:xfrm>
          <a:custGeom xmlns:a="http://schemas.openxmlformats.org/drawingml/2006/main">
            <a:rect l="0" t="0" r="0" b="0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E51EB8B1-AB5A-4B65-B336-67F952A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535" y="20688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4" name="持有 4 MB 等待 1 秒">
            <a:extLst xmlns:a="http://schemas.openxmlformats.org/drawingml/2006/main">
              <a:ext uri="{FF2B5EF4-FFF2-40B4-BE49-F238E27FC236}">
                <a16:creationId xmlns:a16="http://schemas.microsoft.com/office/drawing/2014/main" id="{D11AE641-42E2-42BC-BB59-B65E2D9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持有 4 MB 等待 1 秒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BB44BB-07E9-4F68-895C-B931CF6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667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6" name="O_B(t)=0，總占用 4≤4">
            <a:extLst xmlns:a="http://schemas.openxmlformats.org/drawingml/2006/main">
              <a:ext uri="{FF2B5EF4-FFF2-40B4-BE49-F238E27FC236}">
                <a16:creationId xmlns:a16="http://schemas.microsoft.com/office/drawing/2014/main" id="{CD9AB3A7-CC23-4DD4-B19C-BC792A1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14700"/>
            <a:ext cx="455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O_B(t)=0，總占用 4≤4</a:t>
            </a:r>
          </a:p>
        </p:txBody>
      </p:sp>
      <p:sp>
        <p:nvSpPr>
          <p:cNvPr id="47" name="c4 用量相同：都是 4 MB">
            <a:extLst xmlns:a="http://schemas.openxmlformats.org/drawingml/2006/main">
              <a:ext uri="{FF2B5EF4-FFF2-40B4-BE49-F238E27FC236}">
                <a16:creationId xmlns:a16="http://schemas.microsoft.com/office/drawing/2014/main" id="{9D130305-EF1F-4DA5-BB2A-6E51A09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本例可等待至 9 秒。一般支配條件待證明。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C0F20A03-C7DE-4B36-9445-26E1386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24050"/>
            <a:ext cx="1447800" cy="381000"/>
          </a:xfrm>
          <a:custGeom xmlns:a="http://schemas.openxmlformats.org/drawingml/2006/main">
            <a:rect l="0" t="0" r="0" b="0"/>
            <a:pathLst>
              <a:path w="1447800" h="381000">
                <a:moveTo>
                  <a:pt x="0" y="0"/>
                </a:moveTo>
                <a:lnTo>
                  <a:pt x="1447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49" name="Q 原本">
            <a:extLst xmlns:a="http://schemas.openxmlformats.org/drawingml/2006/main">
              <a:ext uri="{FF2B5EF4-FFF2-40B4-BE49-F238E27FC236}">
                <a16:creationId xmlns:a16="http://schemas.microsoft.com/office/drawing/2014/main" id="{378D7D4B-23F8-4621-9BD4-8B45CCFA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0" name="[L₁(B,2), L₂(B,8)] ＋ 候選 L₃">
            <a:extLst xmlns:a="http://schemas.openxmlformats.org/drawingml/2006/main">
              <a:ext uri="{FF2B5EF4-FFF2-40B4-BE49-F238E27FC236}">
                <a16:creationId xmlns:a16="http://schemas.microsoft.com/office/drawing/2014/main" id="{BC7E88CA-A9CA-4948-A132-F0468A2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L₂(c4,8,7,L₀)] ＋ L₃(c4,9,8,L₀)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D0D2799F-B3BE-4A97-88BC-254FD02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88F9021F-897F-4659-B052-2CEEA60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3" name="Q 更新">
            <a:extLst xmlns:a="http://schemas.openxmlformats.org/drawingml/2006/main">
              <a:ext uri="{FF2B5EF4-FFF2-40B4-BE49-F238E27FC236}">
                <a16:creationId xmlns:a16="http://schemas.microsoft.com/office/drawing/2014/main" id="{CD5473A9-4625-4337-A117-60A41D3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4" name="[L₁(B,2), L₂(B,8)]；刪除 L₃">
            <a:extLst xmlns:a="http://schemas.openxmlformats.org/drawingml/2006/main">
              <a:ext uri="{FF2B5EF4-FFF2-40B4-BE49-F238E27FC236}">
                <a16:creationId xmlns:a16="http://schemas.microsoft.com/office/drawing/2014/main" id="{9196F14E-49A3-465C-B941-C755F15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L₂(c4,8,7,L₀)]；刪除 L₃</a:t>
            </a:r>
          </a:p>
        </p:txBody>
      </p:sp>
      <p:sp>
        <p:nvSpPr>
          <p:cNvPr id="56" name="c1">
            <a:extLst xmlns:a="http://schemas.openxmlformats.org/drawingml/2006/main">
              <a:ext uri="{FF2B5EF4-FFF2-40B4-BE49-F238E27FC236}">
                <a16:creationId xmlns:a16="http://schemas.microsoft.com/office/drawing/2014/main" id="{592916AA-90F5-4817-A568-83D31DE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57" name="c1">
            <a:extLst xmlns:a="http://schemas.openxmlformats.org/drawingml/2006/main">
              <a:ext uri="{FF2B5EF4-FFF2-40B4-BE49-F238E27FC236}">
                <a16:creationId xmlns:a16="http://schemas.microsoft.com/office/drawing/2014/main" id="{9B4D523E-0E5D-4CEF-88DA-AFF2547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58" name="c1">
            <a:extLst xmlns:a="http://schemas.openxmlformats.org/drawingml/2006/main">
              <a:ext uri="{FF2B5EF4-FFF2-40B4-BE49-F238E27FC236}">
                <a16:creationId xmlns:a16="http://schemas.microsoft.com/office/drawing/2014/main" id="{3A962E29-555F-49A5-9440-9A1A0505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D35AB191-385B-4AF0-AB70-6783C13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8A43D693-26A1-4628-8987-F9582EA0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2C2A76E6-8474-49DF-9B69-8189B6C9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94F25F9B-9AE7-42E1-A241-1E472354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C891370-39BF-46A5-BC4D-5B70AC6A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4" name="c7">
            <a:extLst xmlns:a="http://schemas.openxmlformats.org/drawingml/2006/main">
              <a:ext uri="{FF2B5EF4-FFF2-40B4-BE49-F238E27FC236}">
                <a16:creationId xmlns:a16="http://schemas.microsoft.com/office/drawing/2014/main" id="{6307F1CF-BAAA-4A2C-9EED-3D9ED6B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9935347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8　第二包：c6 到 C，重新排序">
            <a:extLst xmlns:a="http://schemas.openxmlformats.org/drawingml/2006/main">
              <a:ext uri="{FF2B5EF4-FFF2-40B4-BE49-F238E27FC236}">
                <a16:creationId xmlns:a16="http://schemas.microsoft.com/office/drawing/2014/main" id="{98C8BD8D-FC49-44F7-9B37-5687BB8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4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08　第二包：L₄ 加入優先佇列 Q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DDB39F33-8AAC-4CD9-9119-3C60348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858C9120-7C9D-4510-8F42-659F436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27A8D48-512B-4B47-9D9E-73CD177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E1A0AFD-8D1F-4D5A-B3A2-6BD89CB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1B31B26-2F48-4733-904C-A67B373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412A577-E1B4-465A-95E3-D5FF15E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167A9FCC-B945-4124-8096-FA9C07B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BDE74341-08FD-4CC9-ACAC-FF26D43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9791898-D68E-4762-ADD8-E1A52C6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4BA5AC0-F619-4560-AA52-54E3508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BB28299C-7E6E-4C58-AD8E-B11F349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00410A22-BB82-4ACE-9904-5F97937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21AA2B2-9D7C-4BFB-AF22-6893245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FEEA1377-4ECE-4C9D-B894-4220AA3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D119FD7-6E16-45FB-9D48-660525F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D7F9791-F30E-4881-825B-180B6B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06C61122-347F-4A64-8948-2D047A5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DD99D4AE-EEAF-48CA-8FDF-184ADD2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EA4A380-CC52-49AE-ACE1-6F6065D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BF01687B-6368-42D9-B3F0-DFF1D6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83D774-512B-4E7F-92B7-F570125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F5B9F7C-4408-45E4-80BE-C83EFE2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57C1B029-9DCF-415C-8180-2EAD0C8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45F4A15-54FF-4B42-B7D9-126E1D6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7DD1A5-E30E-413C-BB8F-5CBBBBE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EBF1DDDF-4C23-4F37-9928-4C3A7E7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27F305A7-4C0A-45A0-92E1-CCACF92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667BA52-0121-4428-BC00-C3B3CC8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A41FD5A-274C-49CA-B356-58C69E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CEF8584F-DD04-4EEB-A8B4-CA3193B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539F2DDF-4C0F-4569-BEE3-BD77C1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633DA58-1740-4168-897A-B11CB3A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E0E21D18-11A8-49D0-9CB4-BBB9337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68C6B4B-711D-47AE-977A-6D7CC4F4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EDD2358-76AC-4740-A595-8191518C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A 發送">
            <a:extLst xmlns:a="http://schemas.openxmlformats.org/drawingml/2006/main">
              <a:ext uri="{FF2B5EF4-FFF2-40B4-BE49-F238E27FC236}">
                <a16:creationId xmlns:a16="http://schemas.microsoft.com/office/drawing/2014/main" id="{9DAF38CF-3BB1-4DA8-848D-F065A47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A 發送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4D5C9CC6-B463-43F4-8F1A-B1848BC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13FDD66-0826-4381-880B-9D652B0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81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1" name="C 接收">
            <a:extLst xmlns:a="http://schemas.openxmlformats.org/drawingml/2006/main">
              <a:ext uri="{FF2B5EF4-FFF2-40B4-BE49-F238E27FC236}">
                <a16:creationId xmlns:a16="http://schemas.microsoft.com/office/drawing/2014/main" id="{D2BAC38F-8945-41F1-9D39-205B6B4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 接收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834690F6-7C95-4F91-9076-DA213D6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4B63596-AFF0-49B3-AC69-322B02C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90E27575-59C3-4419-9C91-13F1789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12CB3C1-6A39-4C0E-AF5E-9737A2A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206F3C06-9BDA-45CD-89C7-D8DD14F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0">
            <a:extLst xmlns:a="http://schemas.openxmlformats.org/drawingml/2006/main">
              <a:ext uri="{FF2B5EF4-FFF2-40B4-BE49-F238E27FC236}">
                <a16:creationId xmlns:a16="http://schemas.microsoft.com/office/drawing/2014/main" id="{20355E26-C3D4-45FC-886F-16CEBB4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88D0AE09-151B-4816-A195-0411ED3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1">
            <a:extLst xmlns:a="http://schemas.openxmlformats.org/drawingml/2006/main">
              <a:ext uri="{FF2B5EF4-FFF2-40B4-BE49-F238E27FC236}">
                <a16:creationId xmlns:a16="http://schemas.microsoft.com/office/drawing/2014/main" id="{5B00E545-0997-4B81-9EB6-C97B9F8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563EC069-7DAA-4EF6-8F06-F00364E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2">
            <a:extLst xmlns:a="http://schemas.openxmlformats.org/drawingml/2006/main">
              <a:ext uri="{FF2B5EF4-FFF2-40B4-BE49-F238E27FC236}">
                <a16:creationId xmlns:a16="http://schemas.microsoft.com/office/drawing/2014/main" id="{DC2DA935-17A3-4E21-8730-F662B1B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FFC4BFA-1A5F-41A2-BB11-70B27D0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3">
            <a:extLst xmlns:a="http://schemas.openxmlformats.org/drawingml/2006/main">
              <a:ext uri="{FF2B5EF4-FFF2-40B4-BE49-F238E27FC236}">
                <a16:creationId xmlns:a16="http://schemas.microsoft.com/office/drawing/2014/main" id="{E9C74286-5099-4908-8373-69B2E1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6DCE3523-55AC-44D2-9B84-90D6696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271C5F0D-4A0D-4518-A135-B14BFA5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秒">
            <a:extLst xmlns:a="http://schemas.openxmlformats.org/drawingml/2006/main">
              <a:ext uri="{FF2B5EF4-FFF2-40B4-BE49-F238E27FC236}">
                <a16:creationId xmlns:a16="http://schemas.microsoft.com/office/drawing/2014/main" id="{EFF083A7-5715-4360-9068-823CCFE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908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7" name="Q 依到達時間，不依編號">
            <a:extLst xmlns:a="http://schemas.openxmlformats.org/drawingml/2006/main">
              <a:ext uri="{FF2B5EF4-FFF2-40B4-BE49-F238E27FC236}">
                <a16:creationId xmlns:a16="http://schemas.microsoft.com/office/drawing/2014/main" id="{5F73B84F-F7C3-4664-AA13-F805E70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每次取出完整抵達時間最早者</a:t>
            </a:r>
            <a:endParaRPr sz="2175">
              <a:solidFill>
                <a:srgbClr val="3333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7872DB8D-6F37-41C1-8ACC-DD52E61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9" name="L₁&#10;B,2">
            <a:extLst xmlns:a="http://schemas.openxmlformats.org/drawingml/2006/main">
              <a:ext uri="{FF2B5EF4-FFF2-40B4-BE49-F238E27FC236}">
                <a16:creationId xmlns:a16="http://schemas.microsoft.com/office/drawing/2014/main" id="{46FFE247-4383-4537-A6E5-5F398AA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c3, A=2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4D8E372-5058-4C30-A4B5-373764B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61" name="L₄&#10;C,3">
            <a:extLst xmlns:a="http://schemas.openxmlformats.org/drawingml/2006/main">
              <a:ext uri="{FF2B5EF4-FFF2-40B4-BE49-F238E27FC236}">
                <a16:creationId xmlns:a16="http://schemas.microsoft.com/office/drawing/2014/main" id="{97D5DBA1-02CD-42BB-AD3A-EDC7339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L₄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c6, A=3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EA7BF7B-527A-4288-9424-89209F0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3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4A3C0D4F-34AF-4703-91A0-62DDFFF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c4, A=8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4442F46C-7196-4E66-B566-4B19BF9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9CFC7DFA-27BB-4D9B-9AB1-368E384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L₂(c4,8,7,L₀)]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9D2EC7A-DB0E-4C0B-B452-26D4231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C7248D14-F366-4369-A29E-20D4040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2FD6303D-B93B-484F-BAC6-872207E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0F80FD2B-A943-4742-8449-E82A4F1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L₄(c6,3,1,L₀), L₂(c4,8,7,L₀)]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25CDF70-474F-4C8B-A803-DF0555A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24FCFF4-1256-41C1-8EDC-165F5E5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3E04EB32-7720-4735-905A-6F0F535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345F93AC-B09C-4E5E-9E4E-39D0EB8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5DEBAD45-BF06-4CD1-9D4C-B44FA2D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2F36613D-13E1-48EB-9D09-798C115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5A0D0CD-5D69-43A0-A094-2061225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E2A261A1-E717-445E-973A-4C406549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687770E8-2B35-400E-AFEB-6D22650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4540820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9　取出 L₁：c2 已被第一包用完">
            <a:extLst xmlns:a="http://schemas.openxmlformats.org/drawingml/2006/main">
              <a:ext uri="{FF2B5EF4-FFF2-40B4-BE49-F238E27FC236}">
                <a16:creationId xmlns:a16="http://schemas.microsoft.com/office/drawing/2014/main" id="{14C770AF-6955-4142-8C3D-8F71206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09　取出 L₁：c2 已被第一包用完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9C507EF-CABE-4891-A39E-2BBD829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" name="容量 0&lt;4，直接拒絕 c2；時間與 buffer 檢查未執行。">
            <a:extLst xmlns:a="http://schemas.openxmlformats.org/drawingml/2006/main">
              <a:ext uri="{FF2B5EF4-FFF2-40B4-BE49-F238E27FC236}">
                <a16:creationId xmlns:a16="http://schemas.microsoft.com/office/drawing/2014/main" id="{9DE45A71-A89F-41BD-9418-6E6802D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容量 0&lt;4，直接拒絕 c2；時間與 buffer 檢查未執行。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5A2C82D-E2DA-49C4-9CCA-EFB9678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6905E13-3358-4FC5-98B1-BCBB05B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4FCD96B-B57C-40FB-BCEC-246412A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6021A47-70AB-4B95-94AF-B001A90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CC69D0F-C545-4C2E-B9CF-6051AE1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7246024B-CCFC-4835-80F7-F36566D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E7DF858-1BAD-443A-A7CD-BA10526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0F70591-2CEA-409F-8F7E-7160C13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CBA46565-8D14-4FAB-8BD1-E4CAF2E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82F6A74-9E72-4677-9E89-D97C8A4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9E00AEB7-DE94-4A21-BBE8-A8A1A42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C1406262-B752-47A0-916A-67CBEE1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77451FDF-9F9C-4FA8-B4C4-FDB1854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39F8DF1C-1E99-4DDD-9D8E-0E0280A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F63411-9D44-4DFF-A15F-BCC7C7E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62ED682-9920-4E90-BA74-DFD56CD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999ABF08-41D6-4D01-996E-E2D8D58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513EA1FF-9551-4934-8693-9173830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62A3DFCD-5ADA-4EDF-872B-079EF86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D4B94505-E537-4887-B2AA-8626D30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364DB23-58DC-4DBC-BD81-00D0527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92784459-28C5-41BD-B02A-A5959C8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BE51BB98-B306-4DA4-87D7-A0332E8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0CC00B52-0961-47CC-8B03-3551E56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39070BD-EF72-4DAB-A502-E9E8597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E91153EA-B0B6-4B93-93C6-75E8EA0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F40522D-6E63-4E0B-8A5C-33F5661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D97F2769-F23D-4205-A779-045B57C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F99E94AA-B4A8-4D62-8205-77E4441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68010989-32F4-4AE7-8F2F-0147D18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E6EDCA1-A59A-43B8-B76C-BF415B95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4731002D-ADEF-4374-98A5-11A6EF9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D9849B5-9665-4BA2-B9B1-DFACD28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1A4D9F0B-F0A8-4D72-A503-4169BB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124451F4-56CA-468C-98D0-A176B615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D21E8DC2-42C9-42C0-BFEB-484320D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2：第一包已使用 4 MB">
            <a:extLst xmlns:a="http://schemas.openxmlformats.org/drawingml/2006/main">
              <a:ext uri="{FF2B5EF4-FFF2-40B4-BE49-F238E27FC236}">
                <a16:creationId xmlns:a16="http://schemas.microsoft.com/office/drawing/2014/main" id="{401C5659-F8F7-4635-85FF-603D377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c2：第一包已使用 4 MB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280C8520-D31C-485B-B1B1-BA1A2B1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9198A2B-BF8E-4D8B-8ABE-6854CE2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9711FAE-A1E0-4864-AF79-5BBC00D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585F8F-A260-4A3C-BC30-0CAFBA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F761B36-6159-46C4-A969-CFBB041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5A60E1DE-933C-4B62-968E-B81733F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D7ABC8B-3CEA-4984-BB60-7AB4C86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006EFBD-F470-4460-9BB4-1CDBE35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FC266F4-23F8-488C-A004-A5563BA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F7CB960-EE95-4F1D-A3E3-7BFBA28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42406A2D-7CB5-44DD-8648-C5A1EEA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42AE2ECE-9F88-4EB2-881B-C1F53EA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61F7355-4F6B-44DF-89C6-4CB39A2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L₄(c6,3,1,L₀), 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BE53E1B-93DC-4C36-A576-DB7E66A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C385C600-5417-4844-843A-30419C8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2D760E06-B8D5-4327-B7C7-32D6625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₁；留下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E0CDF96D-0AA7-45D1-B7E3-3092EB0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L₁；留下 [L₄(c6,3,1,L₀), L₂(c4,8,7,L₀)]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D1664A5-11C7-4D72-BD94-707CD39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A966404D-BF19-4A17-BA29-0044CE2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F76CE7-F4AD-4FB9-AD62-B285469A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EBE06069-87D4-493A-BB20-D4689389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1642264D-6055-42C9-B358-E97FBFD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00B0CD1-40D8-41C0-904D-6188179E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A1F79F27-327E-47F8-BB55-CF151D3E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7D2BFDC-0040-42C9-891D-B09B3D43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84CE7DDC-DD3D-414C-8BFD-318597C8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28222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10　早到 B：等待 c5 會超過上限">
            <a:extLst xmlns:a="http://schemas.openxmlformats.org/drawingml/2006/main">
              <a:ext uri="{FF2B5EF4-FFF2-40B4-BE49-F238E27FC236}">
                <a16:creationId xmlns:a16="http://schemas.microsoft.com/office/drawing/2014/main" id="{FF774D99-7088-4ED6-8626-24F4C59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10　早到 B：等待 c5 會超過上限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0D028150-C8D9-4441-914B-BCF5CE26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  <p:sp>
        <p:nvSpPr>
          <p:cNvPr id="3" name="第 3 秒：第一包 4 MB ＋ 第二包 4 MB ＝ 8 MB">
            <a:extLst xmlns:a="http://schemas.openxmlformats.org/drawingml/2006/main">
              <a:ext uri="{FF2B5EF4-FFF2-40B4-BE49-F238E27FC236}">
                <a16:creationId xmlns:a16="http://schemas.microsoft.com/office/drawing/2014/main" id="{96C19105-1DF6-4BAF-B433-C5DC6D4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 3 秒：第一包 4 MB ＋ 第二包 4 MB ＝ 8 MB，超過上限。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39BFA07A-00AE-41AB-95C3-80E97FE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F70AF0F-6B61-4786-88AD-F0CFFEA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2BF12FA-E6DA-4494-ACF6-EE2F25F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4D29CDFF-2F14-49C9-8C33-13D7A84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056A72CB-4726-4339-AC27-ADE2280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ED338B9E-2422-4D70-B778-462B299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3632FC5E-22C8-4AF3-B03B-EA8A34B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1E814D4-7153-4F5B-9533-3DA5C60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BFDEC198-9FB3-48E7-B468-0D510ADF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D6B66C7-BC3D-49ED-B54D-FCA6D94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044084A-DC1A-4638-A4F2-A91E26C9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1A885DC3-7EBB-4CB4-8E9E-1E767E4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00A0603-39D2-490F-8396-6074589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815FC0-C044-47AB-AC6B-7B36003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341BC6AA-46BD-43D1-866F-559A62A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9C47DD5-8ABF-416C-85E0-89A48E0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6087155-EDA2-4AE4-B25F-C16645C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D45E8C0-B9A9-4999-BD06-F2E6BED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3674A767-F7BE-4BF5-BA72-B29B69A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89415CDB-188B-45F7-93BF-86087DC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57088ECF-3B79-4AD3-B07D-7359C33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48CBDE6D-9AD1-4371-ADE6-A4022C6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06C5A639-406D-4DF8-B28D-76CACF2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DE96AB85-9E34-4910-9AB1-994C21F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A25456E-5BF1-4904-ABCB-8FA143A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FB6A6B76-3BF6-4790-9364-4E7755E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92BE4696-45B4-46F0-8871-E04AF1F9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D138F2B-04B6-4172-A531-254E592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1710E6D-BB2E-4C16-9755-51C3ABFB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F99A0F89-19D7-4B94-B86A-D6557AB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E7FF8BF4-5314-4A51-8672-B12A365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E9C4523E-C802-463E-8B1A-8DFC915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DE42F113-8874-4A58-93A2-A860847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F0A1A859-EC8E-4661-BF0D-E2AF8E0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C4C71608-B394-437D-A110-B558ADC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23035AF-3A63-4899-B252-8E89987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FFC50F3C-6330-4DDE-B44C-BC6E603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0">
            <a:extLst xmlns:a="http://schemas.openxmlformats.org/drawingml/2006/main">
              <a:ext uri="{FF2B5EF4-FFF2-40B4-BE49-F238E27FC236}">
                <a16:creationId xmlns:a16="http://schemas.microsoft.com/office/drawing/2014/main" id="{86139ECF-4CEC-4C93-9187-EB9CA66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3" name="4">
            <a:extLst xmlns:a="http://schemas.openxmlformats.org/drawingml/2006/main">
              <a:ext uri="{FF2B5EF4-FFF2-40B4-BE49-F238E27FC236}">
                <a16:creationId xmlns:a16="http://schemas.microsoft.com/office/drawing/2014/main" id="{140DBB81-271D-47D9-84A2-D6EA432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7157D204-7050-4603-AE1E-57C298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5" name="8">
            <a:extLst xmlns:a="http://schemas.openxmlformats.org/drawingml/2006/main">
              <a:ext uri="{FF2B5EF4-FFF2-40B4-BE49-F238E27FC236}">
                <a16:creationId xmlns:a16="http://schemas.microsoft.com/office/drawing/2014/main" id="{1E728B81-816B-4DD6-A99C-8ADFB9FD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6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408A28A6-051C-498A-870B-D68B063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7" name="上限 4">
            <a:extLst xmlns:a="http://schemas.openxmlformats.org/drawingml/2006/main">
              <a:ext uri="{FF2B5EF4-FFF2-40B4-BE49-F238E27FC236}">
                <a16:creationId xmlns:a16="http://schemas.microsoft.com/office/drawing/2014/main" id="{4E4A5785-ACCB-46EA-8B3B-AEFD32A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7527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B4216850-4EA5-427B-BC0E-24F4728E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2">
            <a:extLst xmlns:a="http://schemas.openxmlformats.org/drawingml/2006/main">
              <a:ext uri="{FF2B5EF4-FFF2-40B4-BE49-F238E27FC236}">
                <a16:creationId xmlns:a16="http://schemas.microsoft.com/office/drawing/2014/main" id="{D7514C43-FF43-4459-809D-D15863F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1AB542BE-7995-4699-9A2B-236F4F9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4">
            <a:extLst xmlns:a="http://schemas.openxmlformats.org/drawingml/2006/main">
              <a:ext uri="{FF2B5EF4-FFF2-40B4-BE49-F238E27FC236}">
                <a16:creationId xmlns:a16="http://schemas.microsoft.com/office/drawing/2014/main" id="{59B2B5DE-896D-46E6-B19C-12050C2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44E98A2-5D1F-4831-B65D-8EA9FDD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6">
            <a:extLst xmlns:a="http://schemas.openxmlformats.org/drawingml/2006/main">
              <a:ext uri="{FF2B5EF4-FFF2-40B4-BE49-F238E27FC236}">
                <a16:creationId xmlns:a16="http://schemas.microsoft.com/office/drawing/2014/main" id="{E2D6EA4A-ED78-47D5-B385-9B8F2A8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118FEDA6-4E00-4F84-A1BC-9222E01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8">
            <a:extLst xmlns:a="http://schemas.openxmlformats.org/drawingml/2006/main">
              <a:ext uri="{FF2B5EF4-FFF2-40B4-BE49-F238E27FC236}">
                <a16:creationId xmlns:a16="http://schemas.microsoft.com/office/drawing/2014/main" id="{7480CDD8-85B4-4F14-8DAC-BED58C8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B7411FD0-A883-48A6-BE7F-75A8E78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0">
            <a:extLst xmlns:a="http://schemas.openxmlformats.org/drawingml/2006/main">
              <a:ext uri="{FF2B5EF4-FFF2-40B4-BE49-F238E27FC236}">
                <a16:creationId xmlns:a16="http://schemas.microsoft.com/office/drawing/2014/main" id="{EABE3EBC-3BE2-4203-A785-7567A8F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812284B9-DDF8-412F-9416-C42C325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2">
            <a:extLst xmlns:a="http://schemas.openxmlformats.org/drawingml/2006/main">
              <a:ext uri="{FF2B5EF4-FFF2-40B4-BE49-F238E27FC236}">
                <a16:creationId xmlns:a16="http://schemas.microsoft.com/office/drawing/2014/main" id="{662ED5B2-8847-4578-A952-929F1BD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16979AB6-BE17-432F-B67A-7A63A7C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rect l="0" t="0" r="0" b="0"/>
            <a:pathLst>
              <a:path w="4048125" h="762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12F506AF-8A78-4C42-8192-7642761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rect l="0" t="0" r="0" b="0"/>
            <a:pathLst>
              <a:path w="4048125" h="762000">
                <a:moveTo>
                  <a:pt x="0" y="0"/>
                </a:moveTo>
                <a:lnTo>
                  <a:pt x="3238500" y="0"/>
                </a:lnTo>
                <a:lnTo>
                  <a:pt x="364331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300B4071-03E5-41FF-88F1-8416B23E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048125" cy="1524000"/>
          </a:xfrm>
          <a:custGeom xmlns:a="http://schemas.openxmlformats.org/drawingml/2006/main">
            <a:rect l="0" t="0" r="0" b="0"/>
            <a:pathLst>
              <a:path w="4048125" h="1524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3238500" y="762000"/>
                </a:lnTo>
                <a:lnTo>
                  <a:pt x="3643313" y="1524000"/>
                </a:lnTo>
                <a:lnTo>
                  <a:pt x="4048125" y="1524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63" name="秒">
            <a:extLst xmlns:a="http://schemas.openxmlformats.org/drawingml/2006/main">
              <a:ext uri="{FF2B5EF4-FFF2-40B4-BE49-F238E27FC236}">
                <a16:creationId xmlns:a16="http://schemas.microsoft.com/office/drawing/2014/main" id="{2866A68D-BF4F-4EDB-A543-55033A31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4" name="L₁ 在第 2 秒能接收，卻不能等到 10 秒">
            <a:extLst xmlns:a="http://schemas.openxmlformats.org/drawingml/2006/main">
              <a:ext uri="{FF2B5EF4-FFF2-40B4-BE49-F238E27FC236}">
                <a16:creationId xmlns:a16="http://schemas.microsoft.com/office/drawing/2014/main" id="{D1590780-FC76-4A68-95FA-87357C9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L₁ 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在第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2 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秒能接收，卻不能等到</a:t>
            </a: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10 秒</a:t>
            </a:r>
          </a:p>
        </p:txBody>
      </p:sp>
      <p:sp>
        <p:nvSpPr>
          <p:cNvPr id="65" name="Q 原本">
            <a:extLst xmlns:a="http://schemas.openxmlformats.org/drawingml/2006/main">
              <a:ext uri="{FF2B5EF4-FFF2-40B4-BE49-F238E27FC236}">
                <a16:creationId xmlns:a16="http://schemas.microsoft.com/office/drawing/2014/main" id="{43BF21CD-D1A9-4691-A604-52D15CE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6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F9B4AF78-8E23-45DC-B99F-90611766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[L₄(c6,3,1,L₀), L₂(c4,8,7,L₀)]</a:t>
            </a:r>
          </a:p>
        </p:txBody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471350E1-F4CD-4752-A5D5-720FCB3E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EB370F50-983A-431F-9775-A8C1918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9" name="Q 更新">
            <a:extLst xmlns:a="http://schemas.openxmlformats.org/drawingml/2006/main">
              <a:ext uri="{FF2B5EF4-FFF2-40B4-BE49-F238E27FC236}">
                <a16:creationId xmlns:a16="http://schemas.microsoft.com/office/drawing/2014/main" id="{90B4DA67-B071-46E3-917F-34EE625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70" name="不建立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5D01516D-EAB5-4730-9949-DA482FE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不建立新標籤；Q 仍為 [L₄(c6,3,1,L₀), L₂(c4,8,7,L₀)]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556AE24E-A29C-458F-97C9-D544FAF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706226A-2C70-443E-8492-3325616D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102BE112-2D71-43DD-9064-3585E45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83E248CE-D4A7-4F44-B4D2-B3734709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F6BB2D52-FB46-4EBE-9510-C50ACCB3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74E5AE60-3FE9-4278-9C78-A7175F5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AF14B62B-0EBC-4ABD-9F30-2CF21AD8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9" name="c1">
            <a:extLst xmlns:a="http://schemas.openxmlformats.org/drawingml/2006/main">
              <a:ext uri="{FF2B5EF4-FFF2-40B4-BE49-F238E27FC236}">
                <a16:creationId xmlns:a16="http://schemas.microsoft.com/office/drawing/2014/main" id="{7564EDE1-E545-4FF3-A08A-6B70C123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80" name="c7">
            <a:extLst xmlns:a="http://schemas.openxmlformats.org/drawingml/2006/main">
              <a:ext uri="{FF2B5EF4-FFF2-40B4-BE49-F238E27FC236}">
                <a16:creationId xmlns:a16="http://schemas.microsoft.com/office/drawing/2014/main" id="{9C6ED473-1F21-4C23-9B24-E5B132EB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pic>
        <p:nvPicPr>
          <p:cNvPr id="160" name="圖片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140b7fc8d4e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1243" y="1613892"/>
            <a:ext cx="6086475" cy="26628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130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1　取出 L₄：c7 容量只有 2 MB">
            <a:extLst xmlns:a="http://schemas.openxmlformats.org/drawingml/2006/main">
              <a:ext uri="{FF2B5EF4-FFF2-40B4-BE49-F238E27FC236}">
                <a16:creationId xmlns:a16="http://schemas.microsoft.com/office/drawing/2014/main" id="{F18FF94A-B88F-4FB6-ADAE-711F6E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11　取出 L₄：c7 容量只有 2 MB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9379D2D-4A9B-4535-9232-35A157B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6CBB4C74-1A4D-418D-8241-13083FD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DB240E3-C561-4DA1-A6CF-532C534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A60390B8-B5F4-45A7-9E91-E008AE3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D03E8B9-B1AB-4B36-8DEB-0C5B19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94AE136-32B1-4576-9C74-36B9F9F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3173507-07DE-4A50-BCDE-18CBA43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2E6EEDE4-C0ED-4A43-8374-2B7B325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0962378-099D-4C00-9E85-29195FC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0C42A005-8E22-4A94-A28A-6C5D6AD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26CB54CD-4E64-44EA-9726-F1B8EBA5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382646A-0611-4C3E-A07D-9FF2000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CF33F56-066B-4829-9757-8F3F619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41D86B4-89C6-4526-B05F-77CE897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DD4301-5698-4A9B-8C17-A8141E3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A11A505C-F1FA-4EE9-A9F1-D20D1C2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B5900D9D-595A-4015-8074-B4E201C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9C432D1-1F2D-4274-9A0C-D0B23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A3079F1-CC95-409A-85F1-5ECAE60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CC47D428-D381-4F94-9BD4-4D1E8B0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2677020-7E62-4561-981A-EA6439D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0B8F69F-A399-4921-A353-A978D42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CCECAB-EC24-4A49-AB8C-6863482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DFB07AE-52EB-49BD-8E6D-A7302F5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0E93933-037A-4765-A89B-107F70E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90E51000-9DB5-45B9-85D4-7A6B9C6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035ABA76-4628-4718-95CD-729D54B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F74D12F6-DB98-4B40-877E-4B7E835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6DA49E3-7533-4359-8501-305BE49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A3776A1D-194E-43DA-97E0-B051DB8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7614EC6D-0E39-4791-BEFE-67461106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D83B3E0-9CF9-475D-A8B7-FD7B035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26FCF160-5E15-4554-A5E2-52C4549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7E027FF-65D9-4A66-A752-879946B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056F88A-CF6E-4A52-B564-0C7EE97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DABAB530-882D-4994-BBF0-4E1202C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8B92F71-7B52-4D35-912D-A0A1026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7：剩餘容量不足">
            <a:extLst xmlns:a="http://schemas.openxmlformats.org/drawingml/2006/main">
              <a:ext uri="{FF2B5EF4-FFF2-40B4-BE49-F238E27FC236}">
                <a16:creationId xmlns:a16="http://schemas.microsoft.com/office/drawing/2014/main" id="{14BAB3BA-399F-46BF-AF3E-7241E45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c7：剩餘容量不足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1ECCBF17-E0D8-4E7A-9527-D54B6A3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322E6FB-66BF-4EE3-B8FA-60FB518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6A12C60-C53C-425B-918D-A4BC40F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2E37CCB-7987-4EE2-915D-A18325F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2F36DA-5996-4230-B61D-84D5066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2 MB">
            <a:extLst xmlns:a="http://schemas.openxmlformats.org/drawingml/2006/main">
              <a:ext uri="{FF2B5EF4-FFF2-40B4-BE49-F238E27FC236}">
                <a16:creationId xmlns:a16="http://schemas.microsoft.com/office/drawing/2014/main" id="{19F5F21E-F128-43CD-981B-AB27181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剩餘：2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A0B071F-D377-444F-A0B9-EAF2B79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9952222-3CB8-4252-9412-77060BE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97C0C7C-DB5B-419F-AA7B-A4A49C8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5135660-F43F-41FF-A38C-B66AF32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2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0FD9E362-D4B4-4F32-97AD-3B0480F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2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019BE509-C656-4350-AD3B-3640F36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1546178F-08D2-46B5-89C4-A38B5B6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[L₄(c6,3,1,L₀), 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64AAD1-3FFA-4082-A603-8640D8B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EED903C5-5B24-4259-8FD0-BBB0A29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7EBD2EEC-8C5E-45A5-9830-AE3A5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₄；留下 [L₂(B,8)]">
            <a:extLst xmlns:a="http://schemas.openxmlformats.org/drawingml/2006/main">
              <a:ext uri="{FF2B5EF4-FFF2-40B4-BE49-F238E27FC236}">
                <a16:creationId xmlns:a16="http://schemas.microsoft.com/office/drawing/2014/main" id="{80DFDCBA-62E0-4137-8E2C-501FD604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L₄；留下 [L₂(c4,8,7,L₀)]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FE0468D-5BF5-42C8-85A0-35BBEA3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EE650B48-A53D-43D7-BBB3-093F62F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0972DB-F70D-4F0B-A68B-5058EA8A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A198EEA8-C91F-4FAF-B162-FE69AC1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ECACB923-C83C-498E-A61B-E216671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5835DA4F-40FE-41C1-9663-F74A208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80F12806-6345-4B7D-8C16-8148BB0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5D4067A9-FDC4-49C1-9D48-CE0F441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ABDD174F-7243-4173-A717-FAFE101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32531467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2　同一個 L₄：c8 已經來不及">
            <a:extLst xmlns:a="http://schemas.openxmlformats.org/drawingml/2006/main">
              <a:ext uri="{FF2B5EF4-FFF2-40B4-BE49-F238E27FC236}">
                <a16:creationId xmlns:a16="http://schemas.microsoft.com/office/drawing/2014/main" id="{001A59D1-CB5E-456E-92BC-8792BC4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　同一個 L₄：c8 已經來不及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5055590-0181-4E32-970E-6A574B6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  <p:sp>
        <p:nvSpPr>
          <p:cNvPr id="3" name="最早可發送是 3 秒，但最晚必須在 2 秒起送，沒有可用時刻。">
            <a:extLst xmlns:a="http://schemas.openxmlformats.org/drawingml/2006/main">
              <a:ext uri="{FF2B5EF4-FFF2-40B4-BE49-F238E27FC236}">
                <a16:creationId xmlns:a16="http://schemas.microsoft.com/office/drawing/2014/main" id="{3F12315C-D9AF-4B8C-AFEC-8CE027C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最早可發送是 3 秒，但最晚必須在 2 秒起送，沒有可用時刻。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A24A274-72E9-4868-A747-F98295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3B790E3-39F3-41B5-A98F-04CF9BC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FC196893-1909-40D2-998A-C3D1CD84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C173FE9-20AB-416F-8943-C7490BF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A059D309-B77F-4530-BB9F-C1E704E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42D7A68-B98F-4BFB-B7D4-CA3D003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0BFB8602-5AB9-4F87-B956-065F590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33C2F24-6736-4E67-ABD4-BFD5915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F7955E9-EFC4-4959-92A0-76D3718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990A7C11-434B-4E50-8C1E-11B2E80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428A5D7-5173-442B-945C-B29A4FB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EBFAC1B-26AE-4473-8A0A-3E58449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89DB164-0564-4A47-B408-AB8BFF8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1D49258-7127-4826-A9F3-34C1DAD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D9221504-855C-48D8-8F9C-F4C1911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89A369C-4519-4168-A45A-0D108EE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3ABDB4F-12AD-462B-AEA1-3EDFDC0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AA96E7F-0B1F-4CC4-B501-2ACF0E0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F524AB3-C2B6-46C6-B13E-079F867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CFCCDCCC-E3C1-40B2-B31B-88C6E13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C4F5D03D-ED34-469E-844D-303FF9F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B20E0CA-E57F-476C-AADB-4BCC183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6CD39E0F-C189-4BEE-BB7D-D5E989D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CFFADDF0-2F68-4698-8A5F-D44C8AE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36FD804F-EBE9-4F66-8851-6373214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9" name="手繪多邊形: 圖案 28">
            <a:extLst xmlns:a="http://schemas.openxmlformats.org/drawingml/2006/main">
              <a:ext uri="{FF2B5EF4-FFF2-40B4-BE49-F238E27FC236}">
                <a16:creationId xmlns:a16="http://schemas.microsoft.com/office/drawing/2014/main" id="{E9D4DC04-CD56-4BA6-A4E4-AA238D9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4631786-BC9E-45E8-9999-8C0F6C7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9C7F590C-9EA8-40B6-BAA0-687A865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33A93FA2-92B4-4A72-B450-2DA8688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10C92DA9-E5A4-48CD-81CF-4B4EC56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4B01EFDC-3F46-4D20-957E-F58A5E3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A918FF6E-C9EB-4C35-875D-3D043CC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22CC012-EF70-485A-951D-3D9B15D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AC47CCA-9875-4946-924B-791697C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07803F66-DC82-4A93-B008-39CE02D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C70CCB4A-7353-4C2E-8078-1FC01B1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8 容量足夠，時間卻不夠">
            <a:extLst xmlns:a="http://schemas.openxmlformats.org/drawingml/2006/main">
              <a:ext uri="{FF2B5EF4-FFF2-40B4-BE49-F238E27FC236}">
                <a16:creationId xmlns:a16="http://schemas.microsoft.com/office/drawing/2014/main" id="{1DC682C7-4E36-472E-A9CB-7A8E4BF1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 容量足夠，時間卻不夠</a:t>
            </a:r>
          </a:p>
        </p:txBody>
      </p:sp>
      <p:sp>
        <p:nvSpPr>
          <p:cNvPr id="41" name="c8 窗口">
            <a:extLst xmlns:a="http://schemas.openxmlformats.org/drawingml/2006/main">
              <a:ext uri="{FF2B5EF4-FFF2-40B4-BE49-F238E27FC236}">
                <a16:creationId xmlns:a16="http://schemas.microsoft.com/office/drawing/2014/main" id="{FF19A581-FBAB-4E5C-81F7-8E95F8D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 窗口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452A579D-71AE-401D-9E55-66A14B7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B3F8608-6495-4764-B932-72A46D3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4" name="C 完整收到">
            <a:extLst xmlns:a="http://schemas.openxmlformats.org/drawingml/2006/main">
              <a:ext uri="{FF2B5EF4-FFF2-40B4-BE49-F238E27FC236}">
                <a16:creationId xmlns:a16="http://schemas.microsoft.com/office/drawing/2014/main" id="{F470EBEC-0C18-484F-9682-10C7855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 完整收到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FE5865AC-3952-46DD-BA32-0E4C51D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DA3611E7-37BA-4017-847C-0BDF5AF8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AF"/>
            </a:solidFill>
          </a:ln>
        </p:spPr>
      </p:sp>
      <p:sp>
        <p:nvSpPr>
          <p:cNvPr id="47" name="最快也只能">
            <a:extLst xmlns:a="http://schemas.openxmlformats.org/drawingml/2006/main">
              <a:ext uri="{FF2B5EF4-FFF2-40B4-BE49-F238E27FC236}">
                <a16:creationId xmlns:a16="http://schemas.microsoft.com/office/drawing/2014/main" id="{4FF5DB7D-8660-4819-AB36-E6FF2E7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最快也只能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3188B45-FDC4-4579-B5A7-B0A3327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B4AD558-E11A-45C6-A0D9-93AF44F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C28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75CE96E4-42E9-46FB-A8C4-27D1263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1309CD4B-E279-41D6-97D6-0B27E44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1">
            <a:extLst xmlns:a="http://schemas.openxmlformats.org/drawingml/2006/main">
              <a:ext uri="{FF2B5EF4-FFF2-40B4-BE49-F238E27FC236}">
                <a16:creationId xmlns:a16="http://schemas.microsoft.com/office/drawing/2014/main" id="{56FC1367-B6E3-466E-A3BD-0779B72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D93EC398-2B35-4DDA-84DE-B8BF61F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2">
            <a:extLst xmlns:a="http://schemas.openxmlformats.org/drawingml/2006/main">
              <a:ext uri="{FF2B5EF4-FFF2-40B4-BE49-F238E27FC236}">
                <a16:creationId xmlns:a16="http://schemas.microsoft.com/office/drawing/2014/main" id="{AB7B2446-0B36-4234-B3ED-86FD281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AD7F28E-3179-4FC2-A29A-92BF619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3">
            <a:extLst xmlns:a="http://schemas.openxmlformats.org/drawingml/2006/main">
              <a:ext uri="{FF2B5EF4-FFF2-40B4-BE49-F238E27FC236}">
                <a16:creationId xmlns:a16="http://schemas.microsoft.com/office/drawing/2014/main" id="{5678F044-71FB-473B-9C29-69ED2C1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2FC6C9BA-8DA2-4816-A39F-1DF003B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4">
            <a:extLst xmlns:a="http://schemas.openxmlformats.org/drawingml/2006/main">
              <a:ext uri="{FF2B5EF4-FFF2-40B4-BE49-F238E27FC236}">
                <a16:creationId xmlns:a16="http://schemas.microsoft.com/office/drawing/2014/main" id="{8B542A62-D28A-4F80-8745-0CCA405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9A79C4CB-3253-4B2C-ADBF-3967EF9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5">
            <a:extLst xmlns:a="http://schemas.openxmlformats.org/drawingml/2006/main">
              <a:ext uri="{FF2B5EF4-FFF2-40B4-BE49-F238E27FC236}">
                <a16:creationId xmlns:a16="http://schemas.microsoft.com/office/drawing/2014/main" id="{9327A282-2794-4A49-ABF8-63B7C28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2BBD0AB9-C9F8-410E-97CD-A873668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3～4 秒的傳送超出窗口">
            <a:extLst xmlns:a="http://schemas.openxmlformats.org/drawingml/2006/main">
              <a:ext uri="{FF2B5EF4-FFF2-40B4-BE49-F238E27FC236}">
                <a16:creationId xmlns:a16="http://schemas.microsoft.com/office/drawing/2014/main" id="{F0EFCA0A-AB84-492E-B278-9FA2522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3～4 </a:t>
            </a: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秒的傳送超</a:t>
            </a: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過</a:t>
            </a:r>
            <a:endParaRPr sz="2100">
              <a:solidFill>
                <a:srgbClr val="B32C28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7F4DB8A8-06AF-4031-A4B3-628E9D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₂(B,8)]">
            <a:extLst xmlns:a="http://schemas.openxmlformats.org/drawingml/2006/main">
              <a:ext uri="{FF2B5EF4-FFF2-40B4-BE49-F238E27FC236}">
                <a16:creationId xmlns:a16="http://schemas.microsoft.com/office/drawing/2014/main" id="{EEA1A9FE-64C2-458D-BEDA-57D9D93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[L₂(c4,8,7,L₀)]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E3E6D3D-A38D-4850-A334-98E6A24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8EF2F81E-6626-4FE4-879C-3945B51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81417C6C-46D6-4A01-AC01-9967CA3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沒有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B5C724FD-BBB5-49AF-A1E7-A7C22A6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沒有新標籤；Q 仍為 [L₂(c4,8,7,L₀)]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3FA8DD8C-319F-4575-AE4C-4F97093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2230C4A4-4AA8-4705-8092-0513770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C9D7BE7F-2350-4F8C-B3E7-66D45C61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A33FCE2C-010E-478D-A35D-9F3C532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CABD307D-5BE4-4342-9BA6-CF4361C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D8D594CE-6E64-4619-95BC-CF7ECB7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BBA192A7-2B16-432A-801A-5C060B2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229F358-ED27-4F4A-B24D-2EC2298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DFAD2C03-81CD-4FA5-BB9B-63E886E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96074921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3　取出晚到 B 的 L₂：先試 c2">
            <a:extLst xmlns:a="http://schemas.openxmlformats.org/drawingml/2006/main">
              <a:ext uri="{FF2B5EF4-FFF2-40B4-BE49-F238E27FC236}">
                <a16:creationId xmlns:a16="http://schemas.microsoft.com/office/drawing/2014/main" id="{E0885A27-4015-48A5-81DC-4D68DA8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13　取出晚到 B 的 L₂：先試 c2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EEA4BEE-E5C4-442F-A975-C2A23F6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  <p:sp>
        <p:nvSpPr>
          <p:cNvPr id="3" name="c2 仍為 0 MB，直接拒絕；接著嘗試 c5。">
            <a:extLst xmlns:a="http://schemas.openxmlformats.org/drawingml/2006/main">
              <a:ext uri="{FF2B5EF4-FFF2-40B4-BE49-F238E27FC236}">
                <a16:creationId xmlns:a16="http://schemas.microsoft.com/office/drawing/2014/main" id="{ECDC7E4B-FBF1-4E3B-A5E6-6D95CA9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仍為 0 MB，直接拒絕；接著嘗試 c5。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9C382FE-A0E8-457B-9FE7-56F624F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F28CD84-D8CE-48EC-AE40-C6FD45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3B4EB14-43ED-4222-A7A1-3E44C12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4B26C45-6879-42D1-AD3C-4B8887B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02F9A03-B31D-4C4D-A1E1-2131C66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2755795-C4E7-46ED-9F3D-9603B70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7D1D473-82A0-46E1-A9CB-AA6CC06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1E6A61F-C184-434C-B03A-4549FB8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823BCC54-E3A5-4512-83FF-CA95304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7BA85D2-93B2-4E62-A5D1-6544437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8840D084-8310-4C35-B519-FF47F14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63611660-6809-4421-8793-BE8B744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A84CECF-922F-4A50-A7FF-2DE030C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B9D8A947-3B3C-4A71-9224-8909B6C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D4338CD1-4BDF-4AE1-9580-C352606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3AB23BE9-0D7E-4DA7-91F9-0E81044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4DED0858-8004-49B1-A6E6-19A6B5B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6B0F34D8-2BD5-4C59-B90A-D70520D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416B5AF2-2715-4905-8E63-B5F853B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795B0EFB-083B-42A7-ABAC-C4083A3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334A9087-800C-493B-B2C5-2337FF6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E356228-AB57-4A93-9EEC-78341B2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8F892623-33E3-4C24-A54D-6058A5B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37AAA61F-343E-4E17-A222-B610F0D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5B318BA8-2D7D-441F-B1B5-72C0F50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BEF2837D-4E16-4696-8D87-3402FED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0973183-B743-4921-B9E3-77F807A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C6EA6951-3E60-4776-875F-059BAE9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8941654-CAAF-40B5-A1BB-303C3D7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5BE2C40D-CB1A-46C3-977B-7FED976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88B51E1-F246-4EB7-86AE-154E6DA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66DF34D0-32FB-4729-ABDE-0768BD3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745EFB2D-F3CD-4469-93F7-2BCFD44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436F1B5E-EADD-4DFC-89F4-2F1B426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73C4CD39-AC58-4322-9574-4809476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712863AD-A457-4915-BEF1-A274878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同一節點 B，以第 8 秒標籤再展開">
            <a:extLst xmlns:a="http://schemas.openxmlformats.org/drawingml/2006/main">
              <a:ext uri="{FF2B5EF4-FFF2-40B4-BE49-F238E27FC236}">
                <a16:creationId xmlns:a16="http://schemas.microsoft.com/office/drawing/2014/main" id="{3DD5F027-D94E-4E27-B9FF-564E7060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同一節點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B，以第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 8 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秒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Label</a:t>
            </a: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再展開</a:t>
            </a:r>
            <a:endParaRPr sz="2175">
              <a:solidFill>
                <a:srgbClr val="B32C28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F14BBFC7-91A0-4424-BD67-CAB9A4A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22EF8A7-09A3-40A8-9C72-031233F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7893F24-13C4-4C38-86F2-5EA53BD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EB84BE2-E18A-4A37-AC1B-BE5DDA9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151A47FD-4CD9-4BF4-864E-244A79E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4EA5C4B0-D79C-4A50-A9A7-64426A9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9A02D43-6F22-4198-AB95-E42553A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EAD662D-AB22-4B23-B341-F33591E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58E17E1-C14D-47CA-86A0-66ECE7C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E6E9988-8A80-4C0F-BA48-EC6A9BF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5D1CEFFC-E232-41D4-8D55-EF9F2EE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DB64C6A9-DE44-4B49-AD6D-76B77AA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₂(B,8)]">
            <a:extLst xmlns:a="http://schemas.openxmlformats.org/drawingml/2006/main">
              <a:ext uri="{FF2B5EF4-FFF2-40B4-BE49-F238E27FC236}">
                <a16:creationId xmlns:a16="http://schemas.microsoft.com/office/drawing/2014/main" id="{18E1108A-C0D7-459E-87DB-7EFA403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47A72AF4-01D0-4BCC-B912-4AB85F9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C7008DC-1825-418C-A1DE-D4E516B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A69FE742-386A-428F-8BDE-6AD105A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₂，Q=[]">
            <a:extLst xmlns:a="http://schemas.openxmlformats.org/drawingml/2006/main">
              <a:ext uri="{FF2B5EF4-FFF2-40B4-BE49-F238E27FC236}">
                <a16:creationId xmlns:a16="http://schemas.microsoft.com/office/drawing/2014/main" id="{BD0AC163-C406-4D3C-8A40-FD66F9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L₂(c4,8,7,L₀)，Q=[]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24FE18E-F4A0-41E0-955F-7F55704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F354340D-D038-409F-A80E-8C41178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48B1DB1E-22F9-4C60-B519-010CBF3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CE75DD46-9A33-46E8-8627-8942F8C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822FAEC-17C1-46A3-BDCF-24BF84B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7C76318-133A-4846-9D62-7066A7D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046315CF-136E-4431-960E-9E6BEF2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025A540-BBDD-40B6-83F9-0D5934C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C012BAD4-9404-4B5F-BFAF-D4A0CD2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21235990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4　晚到 B：可以等到 c5 再發送">
            <a:extLst xmlns:a="http://schemas.openxmlformats.org/drawingml/2006/main">
              <a:ext uri="{FF2B5EF4-FFF2-40B4-BE49-F238E27FC236}">
                <a16:creationId xmlns:a16="http://schemas.microsoft.com/office/drawing/2014/main" id="{7F1C5F49-8F74-4164-A384-980DB701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14　晚到 B：可以等到 c5 再發送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BDF3C40B-C0CC-4EA4-8839-5A12A9B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  <p:sp>
        <p:nvSpPr>
          <p:cNvPr id="3" name="B 在 8～10 秒持有 4 MB，10～11 秒逐 byte ">
            <a:extLst xmlns:a="http://schemas.openxmlformats.org/drawingml/2006/main">
              <a:ext uri="{FF2B5EF4-FFF2-40B4-BE49-F238E27FC236}">
                <a16:creationId xmlns:a16="http://schemas.microsoft.com/office/drawing/2014/main" id="{D254CFF5-4143-49E7-8ED7-DB8EB009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c5[10,11) 無預約衝突。B 等待及逐 byte 發送均不超限。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E5930354-8CB7-484B-A6B4-FD2321B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37317D53-9D81-4EC5-9181-63CB819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A588BE4-B03B-40AF-A028-B5E54D8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41443EA4-530F-4AE5-8557-0A425E8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D641299F-88C3-41D7-8A95-57E3F30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92E4422-7B5F-4234-B101-F0BB55E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1598D9-BF82-4B6A-B151-88E7D7BE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372B29A9-BD31-4D9B-9F9A-0D4C2F0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F8C30795-D7FC-448D-8D51-520EF7B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A72A460F-B18E-47FB-8B80-59A9057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4E7A2B1A-DCCB-4C6E-A8FC-9E6E532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05F4959E-9327-4263-8B6E-2C05439B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9C531463-6CBC-4357-95C0-FE7C694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44501EB4-5E45-4B6B-960E-E8E4B68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5B635F-8915-4D2D-A7D0-7D9E7AD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24212AC-8EB9-4BDE-9E79-EA42B9BF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1DF215B-AC74-4135-A751-5545F28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9DCCBA0B-26F4-4692-8A96-66681FD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A8C9DC7-5946-4DC5-9F28-F3C5ADE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9016385-D9DB-490E-91B4-D5AF99D8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8F566EA2-A4F2-4273-8490-45241099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A707325B-868B-41F6-9072-A8B11551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A5E97F7-0B31-4B99-9830-39ADE19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667458-7313-4232-8340-3EA3E5D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6F5CA2F-CB18-42C7-9575-E46C17A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F81DCD38-120D-4DB4-BB42-2CDE93B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602AA44F-CFE5-48BB-BB4A-0BDC9A8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1613C32-7E47-4B4F-91CB-332526F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601B15C-D446-4F2F-9A2A-5656D854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C077A9A-CBF3-469E-A47D-855FFDD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5124892C-7586-44F5-8028-B88EEBF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2C7EB11D-FB65-498C-998D-8B3252F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C885DEE6-836A-4805-98D9-D7EE654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1FF8D090-9C3F-4A85-BBF3-404B954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選定安排">
            <a:extLst xmlns:a="http://schemas.openxmlformats.org/drawingml/2006/main">
              <a:ext uri="{FF2B5EF4-FFF2-40B4-BE49-F238E27FC236}">
                <a16:creationId xmlns:a16="http://schemas.microsoft.com/office/drawing/2014/main" id="{C4CFBDA4-207F-4BFD-AE3C-D87EC2F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綠：第二包選定安排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58DC5075-3A80-4271-9042-E957A29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E43FDDE6-D5C2-47E5-99C8-68C1048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1DB61E84-2D80-4915-848C-67B2E33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910C1A23-81E7-4EA5-81C5-D9F161E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2BC9A2D6-4D78-4D24-838E-D79C436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D754B777-36FE-4E06-BA9C-5BAE132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445D564-4D69-4FB7-8B1C-59F65B1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D8E1D643-D6EE-4389-9B7A-353C212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81C693E4-E07C-4A76-AF3A-DB40D28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15EEF7FD-24E0-441D-8717-1A83E9C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9A07024-BCE8-4D13-8B82-8E58543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D5CDEF02-7FAC-4D09-B6BF-50C2EA7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C1530DCA-00BD-4088-B591-7873B04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1B26677D-9B8A-4ADA-B8CB-EFCB885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7E7BC21-4967-4303-BC20-3C02976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C3F54565-2D08-45EA-B983-D24CC9F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DFE2711F-ED22-451B-A697-4C85C36E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D07F2AFF-FDEE-4C2B-AB5F-28E774E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5EDB26D6-861B-4034-B699-42906CA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626EB52D-7F44-442E-9642-292B77A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777B8375-AADB-4F72-90AD-986604B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4DCF85FF-500C-4F7A-99A3-8E5D720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4D93CF7E-2EBA-485F-B303-1C83F8F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₅ = (D,12,{c4:4,c5:4})">
            <a:extLst xmlns:a="http://schemas.openxmlformats.org/drawingml/2006/main">
              <a:ext uri="{FF2B5EF4-FFF2-40B4-BE49-F238E27FC236}">
                <a16:creationId xmlns:a16="http://schemas.microsoft.com/office/drawing/2014/main" id="{B47EE204-4E3F-4C06-B617-B6C3F49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 = (c5, 12, 10, L₂)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38F610D6-525D-4FF9-944D-F7A396C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]">
            <a:extLst xmlns:a="http://schemas.openxmlformats.org/drawingml/2006/main">
              <a:ext uri="{FF2B5EF4-FFF2-40B4-BE49-F238E27FC236}">
                <a16:creationId xmlns:a16="http://schemas.microsoft.com/office/drawing/2014/main" id="{47C63EA6-758D-4BC1-882E-2937BB9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6F641133-6101-4C03-BF3F-787A9EFD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EF735A9-D305-4C89-865D-CB157FF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55C083FE-C877-4C7A-8080-EBCAA4C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₅(D,12)]">
            <a:extLst xmlns:a="http://schemas.openxmlformats.org/drawingml/2006/main">
              <a:ext uri="{FF2B5EF4-FFF2-40B4-BE49-F238E27FC236}">
                <a16:creationId xmlns:a16="http://schemas.microsoft.com/office/drawing/2014/main" id="{BD81A4F5-DCD3-4CAE-8499-5F0199C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[L₅(c5,12,10,L₂)]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2C43FB6C-3DA2-42AD-9FB5-1B8E54FA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B684F58-8B1F-48C8-9355-7CAFAB4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38373E95-27DB-4BE0-A32C-A304408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7978EB46-7BEE-4AE8-A7CF-C23D3DF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E7C8913-6481-4BBB-AE92-250C930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A29D5894-455A-401B-82EC-2E7BB18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C6FCE90-2E24-4E6A-9A46-9386EC8E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A9DD08CA-4088-4A32-83AE-5DF1665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F030AB34-5023-4039-8C52-A3959B4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350475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15　取出目的地：沿前驅回溯">
            <a:extLst xmlns:a="http://schemas.openxmlformats.org/drawingml/2006/main">
              <a:ext uri="{FF2B5EF4-FFF2-40B4-BE49-F238E27FC236}">
                <a16:creationId xmlns:a16="http://schemas.microsoft.com/office/drawing/2014/main" id="{6A8AFD44-4A1A-4E59-B4DC-FFF7AA8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15　取出目的地：沿前驅回溯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95633ACE-9B8C-4EC8-BE47-6B5841F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" name="選定 A→B→D，第 12 秒完整到達；驗證後才更新資源。">
            <a:extLst xmlns:a="http://schemas.openxmlformats.org/drawingml/2006/main">
              <a:ext uri="{FF2B5EF4-FFF2-40B4-BE49-F238E27FC236}">
                <a16:creationId xmlns:a16="http://schemas.microsoft.com/office/drawing/2014/main" id="{7F18A762-9680-4492-BA40-6C9A4FE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 秒完整抵達 D。驗證後更新容量、Buffer 與發送時段。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0544981-896A-471B-AC49-D822CC8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" name="L₀&#10;A,1">
            <a:extLst xmlns:a="http://schemas.openxmlformats.org/drawingml/2006/main">
              <a:ext uri="{FF2B5EF4-FFF2-40B4-BE49-F238E27FC236}">
                <a16:creationId xmlns:a16="http://schemas.microsoft.com/office/drawing/2014/main" id="{FB7B4FAD-7928-4A56-B6D7-7C90A32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L₀</a:t>
            </a:r>
          </a:p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c₀, A=1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E9E3BB-9715-4F5E-B7F2-6BE258D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7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599B6C87-AAB6-4C58-8429-92B6ECE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c4, A=8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s=7, pred=L₀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43EF1A-D06F-4883-B237-009CED4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9" name="L₅&#10;D,12">
            <a:extLst xmlns:a="http://schemas.openxmlformats.org/drawingml/2006/main">
              <a:ext uri="{FF2B5EF4-FFF2-40B4-BE49-F238E27FC236}">
                <a16:creationId xmlns:a16="http://schemas.microsoft.com/office/drawing/2014/main" id="{91CFB45E-EA8E-4181-9FD2-EC5787C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c5, A=12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s=10, pred=L₂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2C8800B-9382-4D1E-9AFF-734B0ED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1619250" cy="9525"/>
          </a:xfrm>
          <a:custGeom xmlns:a="http://schemas.openxmlformats.org/drawingml/2006/main">
            <a:rect l="0" t="0" r="0" b="0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1B6A26F5-417B-4563-B765-BB18000A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785" y="2592760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6FEB4DF9-C355-4538-A329-1A85B2E7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38425"/>
            <a:ext cx="1714500" cy="9525"/>
          </a:xfrm>
          <a:custGeom xmlns:a="http://schemas.openxmlformats.org/drawingml/2006/main">
            <a:rect l="0" t="0" r="0" b="0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46EB71B-1466-4A1C-BFBD-1DA8C25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410" y="2592760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c4：7～8 秒">
            <a:extLst xmlns:a="http://schemas.openxmlformats.org/drawingml/2006/main">
              <a:ext uri="{FF2B5EF4-FFF2-40B4-BE49-F238E27FC236}">
                <a16:creationId xmlns:a16="http://schemas.microsoft.com/office/drawing/2014/main" id="{D447D58A-81ED-4CA0-A939-29128C4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c4：7～8 秒</a:t>
            </a:r>
          </a:p>
        </p:txBody>
      </p:sp>
      <p:sp>
        <p:nvSpPr>
          <p:cNvPr id="15" name="c5：10～11 秒">
            <a:extLst xmlns:a="http://schemas.openxmlformats.org/drawingml/2006/main">
              <a:ext uri="{FF2B5EF4-FFF2-40B4-BE49-F238E27FC236}">
                <a16:creationId xmlns:a16="http://schemas.microsoft.com/office/drawing/2014/main" id="{1BFB8760-E9A6-40D7-AED5-3D79EEBD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c5：10～11 秒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EA2BE7CD-6710-4B0D-B712-993EA70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57600"/>
            <a:ext cx="1714500" cy="9525"/>
          </a:xfrm>
          <a:custGeom xmlns:a="http://schemas.openxmlformats.org/drawingml/2006/main">
            <a:rect l="0" t="0" r="0" b="0"/>
            <a:pathLst>
              <a:path w="1714500" h="9525">
                <a:moveTo>
                  <a:pt x="1714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FC2E4FC-1B77-46EF-AD56-F27511C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1193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3787CA97-DD37-4564-9DEE-F33D287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1619250" cy="9525"/>
          </a:xfrm>
          <a:custGeom xmlns:a="http://schemas.openxmlformats.org/drawingml/2006/main">
            <a:rect l="0" t="0" r="0" b="0"/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75BA614-DA49-4417-9210-8FB735D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193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0" name="pred 回溯方向">
            <a:extLst xmlns:a="http://schemas.openxmlformats.org/drawingml/2006/main">
              <a:ext uri="{FF2B5EF4-FFF2-40B4-BE49-F238E27FC236}">
                <a16:creationId xmlns:a16="http://schemas.microsoft.com/office/drawing/2014/main" id="{88B1B2DA-A238-491F-BDC5-8E30BC4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pred：L₅ 找到 L₂，再找到 L₀</a:t>
            </a:r>
          </a:p>
        </p:txBody>
      </p:sp>
      <p:sp>
        <p:nvSpPr>
          <p:cNvPr id="21" name="R[c4]：8→4 MB　　　R[c5]：4→0 MB">
            <a:extLst xmlns:a="http://schemas.openxmlformats.org/drawingml/2006/main">
              <a:ext uri="{FF2B5EF4-FFF2-40B4-BE49-F238E27FC236}">
                <a16:creationId xmlns:a16="http://schemas.microsoft.com/office/drawing/2014/main" id="{6AA5AFF9-5093-426C-892A-4A99DD3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R[c4]：8→4 MB　　　R[c5]：4→0 MB</a:t>
            </a:r>
          </a:p>
        </p:txBody>
      </p:sp>
    </p:spTree>
    <p:extLst>
      <p:ext uri="{BB962C8B-B14F-4D97-AF65-F5344CB8AC3E}">
        <p14:creationId xmlns:p14="http://schemas.microsoft.com/office/powerpoint/2010/main" val="58312570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16　兩包都接受後：B 的合計占用">
            <a:extLst xmlns:a="http://schemas.openxmlformats.org/drawingml/2006/main">
              <a:ext uri="{FF2B5EF4-FFF2-40B4-BE49-F238E27FC236}">
                <a16:creationId xmlns:a16="http://schemas.microsoft.com/office/drawing/2014/main" id="{C2375C4B-2C4E-466E-9E5A-62CE61A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16　兩包都接受後：B 的合計占用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935743C3-76B8-4BE9-82C3-C6B05F6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  <p:sp>
        <p:nvSpPr>
          <p:cNvPr id="3" name="兩包的占用錯開，B 的合計峰值為 4 MB。">
            <a:extLst xmlns:a="http://schemas.openxmlformats.org/drawingml/2006/main">
              <a:ext uri="{FF2B5EF4-FFF2-40B4-BE49-F238E27FC236}">
                <a16:creationId xmlns:a16="http://schemas.microsoft.com/office/drawing/2014/main" id="{4A45C88B-FAF8-4AE7-A15C-741C484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兩包的占用錯開，B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的合計峰值為</a:t>
            </a: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 4 MB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1F9D6E6-BF97-49A6-A506-213DEFD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155094A-0F09-44F9-9798-A686795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03C0640-B436-45E7-8B6D-4A92203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EDC1CF1-04AB-4259-85B6-343F0E7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EAB0EE5-E1B9-4A64-B81A-D4A50A1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3BB79F1A-0914-4BCF-8A66-2B224B0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738EE2-2F4B-40C2-95BD-8B4E244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0C305BE2-6EE0-4829-AC7D-4B6F4F3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3E63E7D0-209D-4C5F-B082-F73134B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B7FABCE-D98E-415B-A223-6D31636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DB539B94-C0F4-4A92-BBE0-69A148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98A5A746-1CDC-4855-B19F-C9420401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51FFB51A-7130-4FF4-85A7-F99173C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513BC6B7-4BD2-4373-8153-B8005F5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A871D9E-4AF3-4976-BDF3-4558087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311256F-CDB8-44C1-A8F4-989D603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6917DF8-6C4B-41C7-8C23-1A3F0E1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DE078FF0-D292-4438-A37B-1EEE389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7F9C63E3-032D-4012-A226-AE3A2BB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E795303-9D43-4614-9A7B-287A2AC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0C851CC-39D2-401D-BC7C-BE2C2AF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56B48D9-7D33-4EE6-9BF0-F3B844C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5D0D5166-572D-4AC8-8ABE-C6CCAD1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04BF6DF-2A64-404D-A8BC-29690D3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8A6A010-FB5F-4298-B9C4-A3E08F21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4B7AB7FB-C1F6-4107-96F5-476884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43E3D94-1841-4EF2-B5D9-EB1019A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E5E8135-20FF-488A-A5AA-907F799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BA0DC199-475D-4BAB-B1B7-797C300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DB14A19-6DEE-47E4-B169-D3021E6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CAC2367-9DB0-4092-9257-3ACE58B7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68F2DE0-2DC8-4042-ACEF-DCA2697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55AB794B-6834-41DD-940D-CDAE53A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">
            <a:extLst xmlns:a="http://schemas.openxmlformats.org/drawingml/2006/main">
              <a:ext uri="{FF2B5EF4-FFF2-40B4-BE49-F238E27FC236}">
                <a16:creationId xmlns:a16="http://schemas.microsoft.com/office/drawing/2014/main" id="{A2D21C71-5490-4E66-BEED-6A84787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39691F93-7855-410B-BB33-83D3B39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B6157924-BA54-4B27-B33F-AB31E79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5142BEB3-138E-4463-AE32-71DF3EF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78BF96D1-36C2-4A9E-8D79-A71E241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9EC2F97D-81C9-462A-8204-AA5EFE7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E500FEF3-ED3A-4F25-A326-7247A0F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B78367B7-B1A3-49A3-AE91-A42FA11E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C5E0759F-ACC3-4EB0-A6FC-13CF95C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1C92B986-9CA4-46CE-A2D9-0392CED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75082C34-9C65-4647-9BE4-5454245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64895229-0874-47A4-9C1A-4F8CB1B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09D0D0CB-09C5-4D31-B534-18F8D84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A0F0B63F-6F6D-48EF-AD31-136F1C8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566363C6-E5AF-4AEA-9E19-2B9612F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9C97BEBB-131F-41C1-9C5F-C9B6CDD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819DA5DE-2092-40E6-9D6A-0D542E6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4B96CADA-A055-41FC-95B6-4F5AF46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F3C27A56-ECA1-4F21-B782-008D545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3E2A5B5-4D26-454F-A0EB-4F38490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336EFFE5-0081-44B7-AFF2-9E30A6B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F4FE037F-5104-472A-921F-610D45B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361406" cy="1371600"/>
          </a:xfrm>
          <a:custGeom xmlns:a="http://schemas.openxmlformats.org/drawingml/2006/main">
            <a:rect l="0" t="0" r="0" b="0"/>
            <a:pathLst>
              <a:path w="2361406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8FED52AA-2752-48CD-A143-0E89AFB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1759A581-3B54-4DBF-B1CA-F0D84B1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第一包 8 秒到 D；第二包 12 秒到 D">
            <a:extLst xmlns:a="http://schemas.openxmlformats.org/drawingml/2006/main">
              <a:ext uri="{FF2B5EF4-FFF2-40B4-BE49-F238E27FC236}">
                <a16:creationId xmlns:a16="http://schemas.microsoft.com/office/drawing/2014/main" id="{C895EA0F-FA2F-4ABC-BB09-87D9A80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8 秒到 D；第二包 12 秒到 D</a:t>
            </a:r>
          </a:p>
        </p:txBody>
      </p:sp>
      <p:sp>
        <p:nvSpPr>
          <p:cNvPr id="63" name="R（c1～c8）=(0,0,4,4,0,4,2,4) MB">
            <a:extLst xmlns:a="http://schemas.openxmlformats.org/drawingml/2006/main">
              <a:ext uri="{FF2B5EF4-FFF2-40B4-BE49-F238E27FC236}">
                <a16:creationId xmlns:a16="http://schemas.microsoft.com/office/drawing/2014/main" id="{1555DCC5-CD6A-41F5-92F3-A0278A7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R（c1～c8）=(0,0,4,4,0,4,2,4) MB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11A2EF8B-55AE-4FB9-BFAE-38E482B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88E8B5B4-5C10-4BDC-9530-4C19965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849078A1-D7DB-4C66-813D-D0B2540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CCDAB3C6-414A-403B-9AD3-B9EE0D8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15E4B2E0-245B-46D9-B510-7CE65FE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09EDB7DA-050E-4E05-B5F3-5D7EC061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864D1A0F-A1A5-44EB-A825-2BA1B9F3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820E1E74-ED93-4D2B-AF40-859BDA3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</a:p>
        </p:txBody>
      </p:sp>
      <p:sp>
        <p:nvSpPr>
          <p:cNvPr id="73" name="c7">
            <a:extLst xmlns:a="http://schemas.openxmlformats.org/drawingml/2006/main">
              <a:ext uri="{FF2B5EF4-FFF2-40B4-BE49-F238E27FC236}">
                <a16:creationId xmlns:a16="http://schemas.microsoft.com/office/drawing/2014/main" id="{87C99745-FEBD-4E76-A09A-D507757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9854388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8E23-D08A-4C70-AFE6-241915E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補充：每個開始時間的檢查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1FCC2-57E2-4C1C-B247-DE77FB7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下一個 contact 的傳送端必須是目前節點。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62A36-66D2-4088-A70A-8C683882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完整收到後才起送，整包須在 contact 結束前送出。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B21E2-CB12-4456-A1D3-37635621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容量足夠，且發送期間不與同 contact 已有預約重疊。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5649E-0A74-4896-A625-5D065E3B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檢查兩端 Buffer，並檢查已設定的抵達期限。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18C1E-BC6E-49A2-94E5-7F6E8877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某個開始時間失敗，就繼續檢查下一個開始時間。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468A9-58E7-4E1D-95CF-9E16DF02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658593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C8298-D2B0-4C03-AAAB-08DE6FF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新增：同 contact 發送時段檢查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0065B-4DF3-42BC-AE8D-4555DE48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模型假設：同一 contact 同時只傳送一個 bundle。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D2950-3EF5-4C8F-9652-3F5B0495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本包發送區間 [s,f)，f = s + S/r(c)。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DC402-32D9-42D1-8942-2A114B9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與每個既有發送預約都不重疊，才繼續檢查 Buffer。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2936E-B3CE-4C48-8716-C497967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容量足夠仍須檢查時段，失敗只淘汰這個 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3A52E-4DAB-416B-B8AA-9A0E7E64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CE3C3-800F-4336-AF53-B888EA60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44444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444444"/>
                </a:solidFill>
                <a:latin typeface="DFKai-SB"/>
                <a:ea typeface="DFKai-SB"/>
                <a:cs typeface="DFKai-SB"/>
              </a:rPr>
              <a:t>示例：contact 7～10 秒，前包已預約 7～8 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E479D-B7BD-44D0-9DB2-269B2623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s=7：衝突     s=8：時段通過     s=9：時段通過</a:t>
            </a:r>
          </a:p>
        </p:txBody>
      </p:sp>
    </p:spTree>
    <p:extLst>
      <p:ext uri="{BB962C8B-B14F-4D97-AF65-F5344CB8AC3E}">
        <p14:creationId xmlns:p14="http://schemas.microsoft.com/office/powerpoint/2010/main" val="1105651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1A973-7347-400D-9E0D-885B8B42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待定案：支配判斷的適用範圍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06E67-E314-4355-A00E-AFD4A06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新 Label 通過延伸檢查後，才與同節點候選比較。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31DBE-6C08-461C-AF75-E18633D7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較早抵達本身，不足以刪除較晚抵達的 Label。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28BCF-4ED6-489A-A396-72F5347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L₂／L₃：檢查 B 能否持有整包從 8 秒等到 9 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857FA-3462-4791-B149-0C735E4C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候選做法：不同前綴先保留，一般刪除條件待證明。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8EA82-AB32-4630-A6D1-C89B5314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刪除前要確認：被保留者能接續另一個候選的後續傳送。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CD091-9623-4060-B0A5-F519FB0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114271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CB9C0-D902-48CC-AB4F-D99462AA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6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待完成：演算法正確性驗證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F1FEF-8DF4-4A41-B9C4-C09D1C89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1. 前段已預約、後段可傳：確認仍找到後段的開始時間。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91227-6A53-419E-998B-5F317AA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2. 接收可行、等待超限：確認下一跳延伸會拒絕。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BDDFE-83AB-4316-9703-1733F5CB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3. 支配刪除：確認不會刪掉唯一可行或更早抵達的解。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A5889-D941-47ED-A85E-48CACD32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2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4. 以小案例完整搜尋比對，再整理格點內的正確性論證。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B7975-F3C3-48CA-81D1-26EFD77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07C41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07C41"/>
                </a:solidFill>
                <a:latin typeface="DFKai-SB"/>
                <a:ea typeface="DFKai-SB"/>
                <a:cs typeface="DFKai-SB"/>
              </a:rPr>
              <a:t>本簡報提出規則與示例，尚未宣稱一般正確性已證明。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27B43-4687-41B3-B6B6-040A6866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04449810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2026-10-12T23:50:23.7980000Z</dcterms:created>
  <dcterms:modified xsi:type="dcterms:W3CDTF">2026-10-12T23:50:23.7980000Z</dcterms:modified>
</coreProperties>
</file>