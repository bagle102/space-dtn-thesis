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1fddc887a847f1" /><Relationship Type="http://schemas.openxmlformats.org/officeDocument/2006/relationships/extended-properties" Target="/docProps/app.xml" Id="R0bb28e076dd34584" /><Relationship Type="http://schemas.openxmlformats.org/officeDocument/2006/relationships/officeDocument" Target="/ppt/presentation.xml" Id="Rfd316dda5842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900c916b84147"/>
  </p:sldMasterIdLst>
  <p:notesMasterIdLst>
    <p:notesMasterId xmlns:r="http://schemas.openxmlformats.org/officeDocument/2006/relationships" r:id="R8d1838406425464b"/>
  </p:notesMasterIdLst>
  <p:sldIdLst>
    <p:sldId xmlns:r="http://schemas.openxmlformats.org/officeDocument/2006/relationships" id="256" r:id="R2428ad7960ad42ea"/>
    <p:sldId xmlns:r="http://schemas.openxmlformats.org/officeDocument/2006/relationships" id="257" r:id="Ra1e4c85d54734f5a"/>
    <p:sldId xmlns:r="http://schemas.openxmlformats.org/officeDocument/2006/relationships" id="258" r:id="Red86e5443fb84f13"/>
    <p:sldId xmlns:r="http://schemas.openxmlformats.org/officeDocument/2006/relationships" id="259" r:id="R7c6f4521201d4b35"/>
    <p:sldId xmlns:r="http://schemas.openxmlformats.org/officeDocument/2006/relationships" id="260" r:id="Rc8dced3c5a1d4409"/>
    <p:sldId xmlns:r="http://schemas.openxmlformats.org/officeDocument/2006/relationships" id="261" r:id="R70240a4c33284340"/>
    <p:sldId xmlns:r="http://schemas.openxmlformats.org/officeDocument/2006/relationships" id="262" r:id="R57252c095fe94a43"/>
    <p:sldId xmlns:r="http://schemas.openxmlformats.org/officeDocument/2006/relationships" id="263" r:id="R6870caa9ec6a4262"/>
    <p:sldId xmlns:r="http://schemas.openxmlformats.org/officeDocument/2006/relationships" id="264" r:id="R6831a3904dfe4655"/>
    <p:sldId xmlns:r="http://schemas.openxmlformats.org/officeDocument/2006/relationships" id="265" r:id="Rb6c8ef45a2934be3"/>
    <p:sldId xmlns:r="http://schemas.openxmlformats.org/officeDocument/2006/relationships" id="266" r:id="Ra656bb90d2164090"/>
    <p:sldId xmlns:r="http://schemas.openxmlformats.org/officeDocument/2006/relationships" id="267" r:id="Rd4a0e1e824f849e1"/>
    <p:sldId xmlns:r="http://schemas.openxmlformats.org/officeDocument/2006/relationships" id="268" r:id="R63e7aa0c9e7d4f28"/>
    <p:sldId xmlns:r="http://schemas.openxmlformats.org/officeDocument/2006/relationships" id="269" r:id="R280b16d3ed464b6b"/>
    <p:sldId xmlns:r="http://schemas.openxmlformats.org/officeDocument/2006/relationships" id="270" r:id="Ra5d206bdfa114dcb"/>
    <p:sldId xmlns:r="http://schemas.openxmlformats.org/officeDocument/2006/relationships" id="271" r:id="R4e18722305604026"/>
    <p:sldId xmlns:r="http://schemas.openxmlformats.org/officeDocument/2006/relationships" id="272" r:id="R6c38e6113fd44929"/>
    <p:sldId xmlns:r="http://schemas.openxmlformats.org/officeDocument/2006/relationships" id="273" r:id="R6ebbe4eb1239417f"/>
    <p:sldId xmlns:r="http://schemas.openxmlformats.org/officeDocument/2006/relationships" id="274" r:id="Re4995efa9a344cbc"/>
    <p:sldId xmlns:r="http://schemas.openxmlformats.org/officeDocument/2006/relationships" id="275" r:id="R676e606f208140b8"/>
    <p:sldId xmlns:r="http://schemas.openxmlformats.org/officeDocument/2006/relationships" id="276" r:id="R01c99e344dbd4b61"/>
    <p:sldId xmlns:r="http://schemas.openxmlformats.org/officeDocument/2006/relationships" id="277" r:id="R269e8c5ef6e0460d"/>
    <p:sldId xmlns:r="http://schemas.openxmlformats.org/officeDocument/2006/relationships" id="278" r:id="R10de58e2b21f4216"/>
    <p:sldId xmlns:r="http://schemas.openxmlformats.org/officeDocument/2006/relationships" id="279" r:id="R57bb819c94a04cf7"/>
    <p:sldId xmlns:r="http://schemas.openxmlformats.org/officeDocument/2006/relationships" id="280" r:id="R5ecc72b80c204b30"/>
    <p:sldId xmlns:r="http://schemas.openxmlformats.org/officeDocument/2006/relationships" id="281" r:id="Rf38e145a224442c4"/>
    <p:sldId xmlns:r="http://schemas.openxmlformats.org/officeDocument/2006/relationships" id="282" r:id="Rc96fc073ba494b79"/>
    <p:sldId xmlns:r="http://schemas.openxmlformats.org/officeDocument/2006/relationships" id="283" r:id="Rbce27a6dea4c4a2a"/>
    <p:sldId xmlns:r="http://schemas.openxmlformats.org/officeDocument/2006/relationships" id="284" r:id="Ra915c61c98d34f7c"/>
    <p:sldId xmlns:r="http://schemas.openxmlformats.org/officeDocument/2006/relationships" id="285" r:id="Red62e4df93894023"/>
    <p:sldId xmlns:r="http://schemas.openxmlformats.org/officeDocument/2006/relationships" id="286" r:id="R17e98696738246d3"/>
    <p:sldId xmlns:r="http://schemas.openxmlformats.org/officeDocument/2006/relationships" id="287" r:id="R65d79365616e4f4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f747d2e954caa" /><Relationship Type="http://schemas.openxmlformats.org/officeDocument/2006/relationships/slideMaster" Target="/ppt/slideMasters/slideMaster1.xml" Id="Rb10900c916b84147" /><Relationship Type="http://schemas.openxmlformats.org/officeDocument/2006/relationships/notesMaster" Target="/ppt/notesMasters/notesMaster1.xml" Id="R8d1838406425464b" /><Relationship Type="http://schemas.openxmlformats.org/officeDocument/2006/relationships/presProps" Target="/ppt/presProps.xml" Id="R161838ebabd74173" /><Relationship Type="http://schemas.openxmlformats.org/officeDocument/2006/relationships/viewProps" Target="/ppt/viewProps.xml" Id="R5a0088b3b065409f" /><Relationship Type="http://schemas.openxmlformats.org/officeDocument/2006/relationships/tableStyles" Target="/ppt/tableStyles.xml" Id="R842f6622548f42b1" /><Relationship Type="http://schemas.openxmlformats.org/officeDocument/2006/relationships/slide" Target="/ppt/slides/slide1.xml" Id="R2428ad7960ad42ea" /><Relationship Type="http://schemas.openxmlformats.org/officeDocument/2006/relationships/slide" Target="/ppt/slides/slide2.xml" Id="Ra1e4c85d54734f5a" /><Relationship Type="http://schemas.openxmlformats.org/officeDocument/2006/relationships/slide" Target="/ppt/slides/slide3.xml" Id="Red86e5443fb84f13" /><Relationship Type="http://schemas.openxmlformats.org/officeDocument/2006/relationships/slide" Target="/ppt/slides/slide4.xml" Id="R7c6f4521201d4b35" /><Relationship Type="http://schemas.openxmlformats.org/officeDocument/2006/relationships/slide" Target="/ppt/slides/slide5.xml" Id="Rc8dced3c5a1d4409" /><Relationship Type="http://schemas.openxmlformats.org/officeDocument/2006/relationships/slide" Target="/ppt/slides/slide6.xml" Id="R70240a4c33284340" /><Relationship Type="http://schemas.openxmlformats.org/officeDocument/2006/relationships/slide" Target="/ppt/slides/slide7.xml" Id="R57252c095fe94a43" /><Relationship Type="http://schemas.openxmlformats.org/officeDocument/2006/relationships/slide" Target="/ppt/slides/slide8.xml" Id="R6870caa9ec6a4262" /><Relationship Type="http://schemas.openxmlformats.org/officeDocument/2006/relationships/slide" Target="/ppt/slides/slide9.xml" Id="R6831a3904dfe4655" /><Relationship Type="http://schemas.openxmlformats.org/officeDocument/2006/relationships/slide" Target="/ppt/slides/slide10.xml" Id="Rb6c8ef45a2934be3" /><Relationship Type="http://schemas.openxmlformats.org/officeDocument/2006/relationships/slide" Target="/ppt/slides/slide11.xml" Id="Ra656bb90d2164090" /><Relationship Type="http://schemas.openxmlformats.org/officeDocument/2006/relationships/slide" Target="/ppt/slides/slide12.xml" Id="Rd4a0e1e824f849e1" /><Relationship Type="http://schemas.openxmlformats.org/officeDocument/2006/relationships/slide" Target="/ppt/slides/slide13.xml" Id="R63e7aa0c9e7d4f28" /><Relationship Type="http://schemas.openxmlformats.org/officeDocument/2006/relationships/slide" Target="/ppt/slides/slide14.xml" Id="R280b16d3ed464b6b" /><Relationship Type="http://schemas.openxmlformats.org/officeDocument/2006/relationships/slide" Target="/ppt/slides/slide15.xml" Id="Ra5d206bdfa114dcb" /><Relationship Type="http://schemas.openxmlformats.org/officeDocument/2006/relationships/slide" Target="/ppt/slides/slide16.xml" Id="R4e18722305604026" /><Relationship Type="http://schemas.openxmlformats.org/officeDocument/2006/relationships/slide" Target="/ppt/slides/slide17.xml" Id="R6c38e6113fd44929" /><Relationship Type="http://schemas.openxmlformats.org/officeDocument/2006/relationships/slide" Target="/ppt/slides/slide18.xml" Id="R6ebbe4eb1239417f" /><Relationship Type="http://schemas.openxmlformats.org/officeDocument/2006/relationships/slide" Target="/ppt/slides/slide19.xml" Id="Re4995efa9a344cbc" /><Relationship Type="http://schemas.openxmlformats.org/officeDocument/2006/relationships/slide" Target="/ppt/slides/slide20.xml" Id="R676e606f208140b8" /><Relationship Type="http://schemas.openxmlformats.org/officeDocument/2006/relationships/slide" Target="/ppt/slides/slide21.xml" Id="R01c99e344dbd4b61" /><Relationship Type="http://schemas.openxmlformats.org/officeDocument/2006/relationships/slide" Target="/ppt/slides/slide22.xml" Id="R269e8c5ef6e0460d" /><Relationship Type="http://schemas.openxmlformats.org/officeDocument/2006/relationships/slide" Target="/ppt/slides/slide23.xml" Id="R10de58e2b21f4216" /><Relationship Type="http://schemas.openxmlformats.org/officeDocument/2006/relationships/slide" Target="/ppt/slides/slide24.xml" Id="R57bb819c94a04cf7" /><Relationship Type="http://schemas.openxmlformats.org/officeDocument/2006/relationships/slide" Target="/ppt/slides/slide25.xml" Id="R5ecc72b80c204b30" /><Relationship Type="http://schemas.openxmlformats.org/officeDocument/2006/relationships/slide" Target="/ppt/slides/slide26.xml" Id="Rf38e145a224442c4" /><Relationship Type="http://schemas.openxmlformats.org/officeDocument/2006/relationships/slide" Target="/ppt/slides/slide27.xml" Id="Rc96fc073ba494b79" /><Relationship Type="http://schemas.openxmlformats.org/officeDocument/2006/relationships/slide" Target="/ppt/slides/slide28.xml" Id="Rbce27a6dea4c4a2a" /><Relationship Type="http://schemas.openxmlformats.org/officeDocument/2006/relationships/slide" Target="/ppt/slides/slide29.xml" Id="Ra915c61c98d34f7c" /><Relationship Type="http://schemas.openxmlformats.org/officeDocument/2006/relationships/slide" Target="/ppt/slides/slide30.xml" Id="Red62e4df93894023" /><Relationship Type="http://schemas.openxmlformats.org/officeDocument/2006/relationships/slide" Target="/ppt/slides/slide31.xml" Id="R17e98696738246d3" /><Relationship Type="http://schemas.openxmlformats.org/officeDocument/2006/relationships/slide" Target="/ppt/slides/slide32.xml" Id="R65d79365616e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f3a6b3282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7bca410be4672" /><Relationship Type="http://schemas.openxmlformats.org/officeDocument/2006/relationships/notesMaster" Target="/ppt/notesMasters/notesMaster1.xml" Id="R10bdefdb921c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d8ea4354e4ecf" /><Relationship Type="http://schemas.openxmlformats.org/officeDocument/2006/relationships/notesMaster" Target="/ppt/notesMasters/notesMaster1.xml" Id="R8763f121b8cb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dc43157404267" /><Relationship Type="http://schemas.openxmlformats.org/officeDocument/2006/relationships/notesMaster" Target="/ppt/notesMasters/notesMaster1.xml" Id="Rebdf801d522b43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522666b9a94b8b" /><Relationship Type="http://schemas.openxmlformats.org/officeDocument/2006/relationships/notesMaster" Target="/ppt/notesMasters/notesMaster1.xml" Id="R3b9089b842a5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bb696745c4c31" /><Relationship Type="http://schemas.openxmlformats.org/officeDocument/2006/relationships/notesMaster" Target="/ppt/notesMasters/notesMaster1.xml" Id="R7161f0eaf7fc47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6b85dcce74eed" /><Relationship Type="http://schemas.openxmlformats.org/officeDocument/2006/relationships/notesMaster" Target="/ppt/notesMasters/notesMaster1.xml" Id="R415c7864c37b40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b2169eae784298" /><Relationship Type="http://schemas.openxmlformats.org/officeDocument/2006/relationships/notesMaster" Target="/ppt/notesMasters/notesMaster1.xml" Id="Rf77a782fae1f46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3124016814e68" /><Relationship Type="http://schemas.openxmlformats.org/officeDocument/2006/relationships/notesMaster" Target="/ppt/notesMasters/notesMaster1.xml" Id="R689dcfa569b047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2fa4717cf04a66" /><Relationship Type="http://schemas.openxmlformats.org/officeDocument/2006/relationships/notesMaster" Target="/ppt/notesMasters/notesMaster1.xml" Id="Rd3cd27a4bf5746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7dd0d948d4e0f" /><Relationship Type="http://schemas.openxmlformats.org/officeDocument/2006/relationships/notesMaster" Target="/ppt/notesMasters/notesMaster1.xml" Id="R451cedbade584a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5d9ced85614c98" /><Relationship Type="http://schemas.openxmlformats.org/officeDocument/2006/relationships/notesMaster" Target="/ppt/notesMasters/notesMaster1.xml" Id="R27e62d5d667d47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50d3d2f0084418" /><Relationship Type="http://schemas.openxmlformats.org/officeDocument/2006/relationships/notesMaster" Target="/ppt/notesMasters/notesMaster1.xml" Id="Ra8af0e5930e14e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5756d50ebd40f3" /><Relationship Type="http://schemas.openxmlformats.org/officeDocument/2006/relationships/notesMaster" Target="/ppt/notesMasters/notesMaster1.xml" Id="R2a2f3d376d4c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2c60ead7644663" /><Relationship Type="http://schemas.openxmlformats.org/officeDocument/2006/relationships/notesMaster" Target="/ppt/notesMasters/notesMaster1.xml" Id="R994acd3a87ad43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7c0228087f4a68" /><Relationship Type="http://schemas.openxmlformats.org/officeDocument/2006/relationships/notesMaster" Target="/ppt/notesMasters/notesMaster1.xml" Id="Rc05b9620813144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680ecfbeff4bda" /><Relationship Type="http://schemas.openxmlformats.org/officeDocument/2006/relationships/notesMaster" Target="/ppt/notesMasters/notesMaster1.xml" Id="R16084c29c95f4e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dd766f7249444f" /><Relationship Type="http://schemas.openxmlformats.org/officeDocument/2006/relationships/notesMaster" Target="/ppt/notesMasters/notesMaster1.xml" Id="R81bd1dee7ccd47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4741537c684ea9" /><Relationship Type="http://schemas.openxmlformats.org/officeDocument/2006/relationships/notesMaster" Target="/ppt/notesMasters/notesMaster1.xml" Id="R3b08db602a2740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1c3c10054a4720" /><Relationship Type="http://schemas.openxmlformats.org/officeDocument/2006/relationships/notesMaster" Target="/ppt/notesMasters/notesMaster1.xml" Id="R302e2f80748b42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15a2ce82ea44dd" /><Relationship Type="http://schemas.openxmlformats.org/officeDocument/2006/relationships/notesMaster" Target="/ppt/notesMasters/notesMaster1.xml" Id="Re10807143fc046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ba0243930a4550" /><Relationship Type="http://schemas.openxmlformats.org/officeDocument/2006/relationships/notesMaster" Target="/ppt/notesMasters/notesMaster1.xml" Id="R5a159a90b56b43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dfc7ba132e49a4" /><Relationship Type="http://schemas.openxmlformats.org/officeDocument/2006/relationships/notesMaster" Target="/ppt/notesMasters/notesMaster1.xml" Id="R26b42fbba3f641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85c80ae16a4cab" /><Relationship Type="http://schemas.openxmlformats.org/officeDocument/2006/relationships/notesMaster" Target="/ppt/notesMasters/notesMaster1.xml" Id="R7151e7e93b5545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a7e0e031d94dbd" /><Relationship Type="http://schemas.openxmlformats.org/officeDocument/2006/relationships/notesMaster" Target="/ppt/notesMasters/notesMaster1.xml" Id="Ra81df14fcb1e47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c46fb5be8a4a1e" /><Relationship Type="http://schemas.openxmlformats.org/officeDocument/2006/relationships/notesMaster" Target="/ppt/notesMasters/notesMaster1.xml" Id="Rfee1dfc48b5849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a2cafc398f480c" /><Relationship Type="http://schemas.openxmlformats.org/officeDocument/2006/relationships/notesMaster" Target="/ppt/notesMasters/notesMaster1.xml" Id="Rac28aecd667541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7c5bc3787b4e2e" /><Relationship Type="http://schemas.openxmlformats.org/officeDocument/2006/relationships/notesMaster" Target="/ppt/notesMasters/notesMaster1.xml" Id="Rb0d3ffb906394f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ab7c1751834838" /><Relationship Type="http://schemas.openxmlformats.org/officeDocument/2006/relationships/notesMaster" Target="/ppt/notesMasters/notesMaster1.xml" Id="R864053f1916f45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d35f7adaf44048" /><Relationship Type="http://schemas.openxmlformats.org/officeDocument/2006/relationships/notesMaster" Target="/ppt/notesMasters/notesMaster1.xml" Id="R46e99642a22d42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d1181a58844c5c" /><Relationship Type="http://schemas.openxmlformats.org/officeDocument/2006/relationships/notesMaster" Target="/ppt/notesMasters/notesMaster1.xml" Id="Re33f6688e4264f8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d71dc8a1034ccb" /><Relationship Type="http://schemas.openxmlformats.org/officeDocument/2006/relationships/notesMaster" Target="/ppt/notesMasters/notesMaster1.xml" Id="Re5001a8d839341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4091ed26c594cf6" /><Relationship Type="http://schemas.openxmlformats.org/officeDocument/2006/relationships/notesMaster" Target="/ppt/notesMasters/notesMaster1.xml" Id="R502cf3d62b7844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是候選演算法，不是既有程式執行紀錄。先由已接受的預約曲線建立本包可用起送區間J；Q內保留抵達區間I。取出候選後，將它與目前節點可完整持有S的區間W相交，得到可用前驅抵達區間K。再與下一contact的J銜接，成功才建立新候選。沒有逐秒起送迴圈，也暫不做支配刪除。圖上更新的是搜尋用子區間，不覆寫物理conta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中央維護原始Contact Plan與已接受資源R/O/F。每處理新包，依其大小重建或查詢有效的J與W；不是永久覆寫原始contact。節點只執行已提交排程，沒有在探索時向各節點詢問即時狀態。本例採確定性、資訊已知的集中規劃假設。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候選定義L=(c,I,pred,K)，替換舊(c,A,s,pred)，不是在同一公式中混用。I是同一前驅分支所能達成的一段完整抵達時間，包含端點能否取用的標記。K是前驅抵達區間與某一段完整持有區間W相交的結果。選定本Label抵達a′後，由s=a′−S/r_c−δ_c還原起送；選前驅時間a∈K且a≤s，再遞迴回溯。不同前驅或不同W所產生的Label不任意合併。Label編號與contact編號獨立。來源L0的I={g}，pred與K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沿用原拓譜、contact時窗、兩包需求與固定順序。所有時間以秒、大小以MB、速率以MB/s。新版不使用Δ逐秒起送。傳輸時間為1秒，c2/c5/c6延遲為1秒，其餘為0。圖上是物理contact窗口，不是接收可起送J。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原contact表格與剩餘容量保持原數值，c7剩餘2MB，整包4MB不可通過。子區間共用原contactID與剩餘容量，不增加資源。搜尋期間R/O/F保持固定，完整接受後才提交。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第一包來源生成時間0，I0={0}。c1唯一可起送時間2，傳輸1秒、延遲0，所以I1={3}，K1={0}。本頁保留一組具體排程的圖解，但Label欄位已改區間版。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在B完整抵達3秒。c2起送6抵達8，c5起送10抵達12，兩者皆可等待與傳送。區間都退化成單點，分別I2={8}、I3={12}，兩個K均為{3}。本頁為原例手算，不是已執行的新方法結果。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目的地候選I={8}回溯並驗證得到8秒可行排程；另一未處理候選下界12不可能改善8，故本例可依下界原則結束。第一包完整接受後預約c1[2,3)、c2[6,7)，B占用2至3上升、3至6持有、6至7釋放。一般結束條件仍待證明。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第二包來源I0={1}。c3唯一起送1，抵達I1={2}。B在2秒可完整容納本包，但之後能否等待尚未判斷，保留候選到下一跳。不能因此宣稱完整路徑可行。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沿用原PPT c4 A到B、7到9秒、4MB/s、延遲0、本包4MB。前包B占用在第7秒已釋放。來源在第1秒可用且可持有到起送。J_c4=[7,8]為連續可起送區間，完整抵達I=[8,9]。這裡是手算示例，不是新程式執行結果。相同contact產生一個區間候選，並未建立s=7和s=8兩個離散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節點記錄已接受bundle每次停留的接收與發送時段。這是原PPT第一包在B的真實示例參數：2至3秒接收4MB，3至6秒等待，6至7秒發送釋放，不是另頁示意的7至8秒。曲線由分段線性紀錄重建，不逐秒存陣列。來源由生成時開始占用；目的地完整接收後交付，交付前峰值仍檢查；重訪節點可新增多筆停留紀錄。只有完整路徑接受後才能寫入，候選互不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原PPT數值。B在2至3秒接收、3至6秒等待、6至7秒釋放。c4本身7秒才開放，整包需1秒，因此最晚8秒起送。接收期間B既有占用為0，所以整段[7,8]均可起送，對應[8,9]完整抵達。一般計算時，依O的折點q、移動接收窗口對應的q−δ與q−δ−d、發送窗口的q與q−d，以及傳送預約的邊界，將起送時間範圍分段。每段以接收／發送起訖及落在窗口內的曲線折點檢查線性不等式，連同不連續點的峰值及左右極限處理，求出整段可行範圍，再合併相容的相鄰區間並保留開閉端點。這是符號區間求解的候選程序，尚待實作證明，不是只測試每個折點一次。原contact資料不被覆寫，J與本包大小有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獨立示意，非原c4：contact c* A到B開放1至10秒，S=4MB，r=4MB/s，δ=0，B上限4MB。前包在第7秒前占滿4MB，7至8秒以4MB/s釋放，8秒後為0；新包可在第7秒開始接收，因兩者速度相同，合計一直是4MB。原本可起送範圍[1,9]經接收篩選後為[7,9]。這裡假設前包的發送使用另一contact，節點允許同時接收與發送；若收發器互斥，需另建限制。本頁只示範逐byte空間，可用範圍還要通過其他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_v={t:O_v(t)+S≤M_v}，是完整持有這一包的時間區間，不是接收開始時間，也不是部分接收的可用區間。原PPT第一包曲線下，S=M_B=4MB，只有O_B=0時能持有完整第二包，因此W_B=[0,2]∪[7,12]，上限T=12秒。若抵達時間a與下一跳起送s都落在同一連通區間W且a≤s，整段等待不會Buffer超限；發送期間的逐byte釋放另有檢查。實作必須保留開閉端點及瞬間事件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取目前Label的抵達區間I與一段完整持有區間W的交集K=I∩W。起送s需在下一contact的J、同一段W，且存在a∈K滿足a≤s。符合的s範圍分成連續子區間後，分別產生I_new=J_segment+S/r_c+δ_c，並記錄同一前驅與K。原例I=[8,9]、W=[7,12]、c5只允許s=10、δ=1、傳輸1秒，所以K=[8,9]且新抵達I_new={12}。這個步驟取代舊L2/L3的逐點建立及刪除示例，初版沒有domin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第二包Q包含I1={2}、I4={3}、I2=[8,9]，分別依下界2、3、8排序。L4編號與c6編號無關；L3未使用不影響唯一編號。Q的區間下界只是探索鍵，沒有將整段選擇固定在該時間。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c2的R=0，小於S=4，拒絕此contact，不進入區間等待檢查。其他outgoing contact c5仍需嘗試。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c3在1至2秒接收，於2秒完整抵達B，接收當下可行。但W_B的第一段到第2秒就結束，c5第10秒起送，兩者不在同一段完整持有區間。區間銜接拒絕此延伸，不是拒絕所有抵達B的候選。c4的晚到區間[8,9]落在另一段W_B，仍須保留。此頁用相同原始例子說明延後到下一跳才檢查等待，不把接收可行誤寫為整條路徑可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c7剩餘容量2MB，小於不可分割bundle4MB，因此拒絕。沒有因切割時段而複製容量。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c6有1秒傳播延遲，C完整抵達I4={3}；c8整包需1秒，窗口2至3，最晚2秒起送。沒有s≥3可接上，因此CompatibleStarts為空。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L2保留完整抵達區間[8,9]，不在取出Q時固定成8秒。c2剩餘0，拒絕後仍探索c5。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原PPT第二包I(L2)=[8,9]。B在第7秒後已無前包占用，W=[7,12]；c5起送10秒、發送10至11秒、傳播1秒、完整抵達12秒。K=[8,9]，所有a∈K均不晚於10秒，等待全在同一W內。新Label L5=(c5,{12},L2,[8,9])；仍未固定到底8秒或9秒到B，不在此頁提前提交任何候選。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地Label的I={12}，選a′=12，c5傳輸1秒加傳播1秒，得到s5=10。K5=[8,9]，可選前驅a2=8，且8≤10。回到L2，由c4延遲0及傳輸1秒，得到s4=7；K2={1}可接來源生成時間1。這是一組具體可行排程，不宣稱最有利於後續bundle，也沒有讓回溯修改任何已接受的前包。若終點區間下界不可取，不能任選ε冒充最早解，需停止並回報未處理的端點情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回溯選定一組排程：第二包c4起送7、抵達B8，c5起送10、抵達D12。圖上的綠線表示已選定且驗證後的排程，不代表搜尋時固定選區間最早時間。其餘有效的時間安排可能存在，未證明此選擇對後續bundle最佳。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候選方法摘要。先以既有R/O/F與本包S建立J和W，初始化L0=(c0,{g},空,空)。Q依I下界取出，延伸時按各段W求K，再求能銜接的J子區間。容量需沿前驅計算同contact已用次數。不同前驅、不同W的時間條件不能任意混合。找到目的地候選後，回溯成實際排程並更新最佳解；是否結束依下一頁以外的Q規則，不是生成目的地就結束。初版不做支配，未通過正確性核對前不比較效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獨立發送預約示例：contact 7到10秒，傳輸1秒，前包預約[7,8)，不考慮其他限制時可起送區間[8,9]，8可首尾相接，9可於10送完。原contact仍是唯一容量帳本，子區間不獲得各自一份R。候選路徑若繞回同contact，從pred累計每次使用S。容量已足夠不代表有傳送空檔，反之有空檔也不代表剩餘quota足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間方法尚未定案一般支配。不能因I1下界較小就刪I2，也不能因兩者抵達區間相同就合併不同前驅；前驅可能使用不同contacts、具有不同剩餘用量與時間銜接限制。本版先保留不同前驅和不同W生成的所有候選，以完整比較驗證延伸及回溯；將來再證明可安全刪除的條件。不以無支配版本宣稱效率優於舊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依討論提出區間法，不是已執行的新方法實驗。既有枚舉版本的測試結果不自動轉移到本版。先建立確切J/W/K與端點事件模型，核對多段區間、邊接收邊釋放、早到不能等而晚到可行、回溯一致、同contact重用和quota共用；若同模型反例則保留輸入、停止效能比較，提出修正並等使用者確認。固定速率、有限分段線性O、有限T、S&gt;0及δ≥0為候選流程前提，不含共享天線互斥，尚無複雜度優勢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包含兩端節點、start/end、正速率r_c及非負延遲δ_c。R是剩餘資料容量，F是已接受bundle發送預約。O為前包既有Buffer占用，不包含互為替代的候選。本包大小S固定，因此J/W都與本包大小有關。I是完整抵達時間，不是接收開始；K是前驅可用抵達時間，不是本跳的起送時間。所有時間區間須保留端點標記；{a}表示單點區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Q以inf I為候選下界，同值依建立順序。這個下界不是已選定抵達時間，也不是無條件完整路徑可行值。目的地候選需回溯并驗證，產生具體可行抵達時間τ；當所有未處理候選的下界≥τ，可依非負時間推進的下界原則停止，但須正式證明此狀態與區間生成完整性。若最早端點不可取，可能只有下確界而無最小值；先停止並回報，不能自行加入ε。有限T及每跳正傳輸時間限制可走跳數，但區間分支數和實作複雜度仍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整理候選精確條件。s為起送時間，f=s+d_c，h=s+δ_c，a′=f+δ_c。發送端持有新包S，再以r_c逐byte釋放；接收端以r_c逐byte增加。等待使用W而非接收J。前驅抵達a與起送s同屬一段W，且a≤s，才能保證整段等待。J的計算還要包含contact窗口、F不重疊及a′≤T。原O在不連續事件點的峰值和左右極限須與輸入定義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leStarts代表已確切計算的J_c與同一段W相交，且存在a∈K使a≤s；K空則沒有子區間。CapacityFails須累計本路徑同原contact的使用量。CreateAndInsert保存(c,I_new,pred,K)，不做dominance。目的地回溯選最早可取得的抵達時間並驗證；遇不可取下界、任一驗證錯誤或資源上限均停止並保留證據，不將錯誤當作無解。return結果之後外層逐包driver才驗證並提交R/O/F；不能在中途候選更新預約。J/W的符號區間求解程序及正確性證明仍待實作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413b481c640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80f7728fd49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c13aa858847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e7177d9d8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e1238f7b641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ee7f9362343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c274285c948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e46d8bf5e46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58561958547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fa2ddd25944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05b573be64ac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9067b281248b1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09:13:30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09:13:30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09:13:30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c30c0d63f4c11" /><Relationship Type="http://schemas.openxmlformats.org/officeDocument/2006/relationships/slideLayout" Target="/ppt/slideLayouts/slideLayout1.xml" Id="R60562784f72f4679" /><Relationship Type="http://schemas.openxmlformats.org/officeDocument/2006/relationships/slideLayout" Target="/ppt/slideLayouts/slideLayout2.xml" Id="R75a8bbcbad5b44d4" /><Relationship Type="http://schemas.openxmlformats.org/officeDocument/2006/relationships/slideLayout" Target="/ppt/slideLayouts/slideLayout3.xml" Id="R8b83502ec74146d7" /><Relationship Type="http://schemas.openxmlformats.org/officeDocument/2006/relationships/slideLayout" Target="/ppt/slideLayouts/slideLayout4.xml" Id="R1f3fcdcaa0264f4b" /><Relationship Type="http://schemas.openxmlformats.org/officeDocument/2006/relationships/slideLayout" Target="/ppt/slideLayouts/slideLayout5.xml" Id="Raea4ae9e25084ab3" /><Relationship Type="http://schemas.openxmlformats.org/officeDocument/2006/relationships/slideLayout" Target="/ppt/slideLayouts/slideLayout6.xml" Id="Redca2f78f86c4eeb" /><Relationship Type="http://schemas.openxmlformats.org/officeDocument/2006/relationships/slideLayout" Target="/ppt/slideLayouts/slideLayout7.xml" Id="R5ff948a71d8744a0" /><Relationship Type="http://schemas.openxmlformats.org/officeDocument/2006/relationships/slideLayout" Target="/ppt/slideLayouts/slideLayout8.xml" Id="R2f61122be3894df2" /><Relationship Type="http://schemas.openxmlformats.org/officeDocument/2006/relationships/slideLayout" Target="/ppt/slideLayouts/slideLayout9.xml" Id="Recaf0ed271e7413e" /><Relationship Type="http://schemas.openxmlformats.org/officeDocument/2006/relationships/slideLayout" Target="/ppt/slideLayouts/slideLayout10.xml" Id="Rdafff28739dd47b6" /><Relationship Type="http://schemas.openxmlformats.org/officeDocument/2006/relationships/slideLayout" Target="/ppt/slideLayouts/slideLayout11.xml" Id="R0b088a64a52c46b7" /><Relationship Type="http://schemas.openxmlformats.org/officeDocument/2006/relationships/slideLayout" Target="/ppt/slideLayouts/slideLayout12.xml" Id="Rcc35d641cd234d5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562784f72f4679"/>
    <p:sldLayoutId xmlns:r="http://schemas.openxmlformats.org/officeDocument/2006/relationships" id="2147483650" r:id="R75a8bbcbad5b44d4"/>
    <p:sldLayoutId xmlns:r="http://schemas.openxmlformats.org/officeDocument/2006/relationships" id="2147483651" r:id="R8b83502ec74146d7"/>
    <p:sldLayoutId xmlns:r="http://schemas.openxmlformats.org/officeDocument/2006/relationships" id="2147483652" r:id="R1f3fcdcaa0264f4b"/>
    <p:sldLayoutId xmlns:r="http://schemas.openxmlformats.org/officeDocument/2006/relationships" id="2147483653" r:id="Raea4ae9e25084ab3"/>
    <p:sldLayoutId xmlns:r="http://schemas.openxmlformats.org/officeDocument/2006/relationships" id="2147483654" r:id="Redca2f78f86c4eeb"/>
    <p:sldLayoutId xmlns:r="http://schemas.openxmlformats.org/officeDocument/2006/relationships" id="2147483655" r:id="R5ff948a71d8744a0"/>
    <p:sldLayoutId xmlns:r="http://schemas.openxmlformats.org/officeDocument/2006/relationships" id="2147483656" r:id="R2f61122be3894df2"/>
    <p:sldLayoutId xmlns:r="http://schemas.openxmlformats.org/officeDocument/2006/relationships" id="2147483657" r:id="Recaf0ed271e7413e"/>
    <p:sldLayoutId xmlns:r="http://schemas.openxmlformats.org/officeDocument/2006/relationships" id="2147483658" r:id="Rdafff28739dd47b6"/>
    <p:sldLayoutId xmlns:r="http://schemas.openxmlformats.org/officeDocument/2006/relationships" id="2147483659" r:id="R0b088a64a52c46b7"/>
    <p:sldLayoutId xmlns:r="http://schemas.openxmlformats.org/officeDocument/2006/relationships" id="2147483660" r:id="Rcc35d641cd234d5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3134280a24fd6" /><Relationship Type="http://schemas.openxmlformats.org/officeDocument/2006/relationships/notesSlide" Target="/ppt/notesSlides/notesSlide1.xml" Id="Rb0fb6bb09f85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7e218fd16d4133" /><Relationship Type="http://schemas.openxmlformats.org/officeDocument/2006/relationships/notesSlide" Target="/ppt/notesSlides/notesSlide2.xml" Id="R150b6e317852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356a876404942" /><Relationship Type="http://schemas.openxmlformats.org/officeDocument/2006/relationships/notesSlide" Target="/ppt/notesSlides/notesSlide3.xml" Id="R26207d86507a4a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73606564b94422" /><Relationship Type="http://schemas.openxmlformats.org/officeDocument/2006/relationships/notesSlide" Target="/ppt/notesSlides/notesSlide4.xml" Id="Rf82dfd9aacc742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814a6dee9489e" /><Relationship Type="http://schemas.openxmlformats.org/officeDocument/2006/relationships/notesSlide" Target="/ppt/notesSlides/notesSlide5.xml" Id="R265a12b43e8643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d3666a33de4476" /><Relationship Type="http://schemas.openxmlformats.org/officeDocument/2006/relationships/notesSlide" Target="/ppt/notesSlides/notesSlide6.xml" Id="R8d12cc7ad8a6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bd2ceb53804b9f" /><Relationship Type="http://schemas.openxmlformats.org/officeDocument/2006/relationships/notesSlide" Target="/ppt/notesSlides/notesSlide7.xml" Id="Ra3a8a212dd6f46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441edebd584ee2" /><Relationship Type="http://schemas.openxmlformats.org/officeDocument/2006/relationships/notesSlide" Target="/ppt/notesSlides/notesSlide8.xml" Id="R91a350b69c9b46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20c213edf54f36" /><Relationship Type="http://schemas.openxmlformats.org/officeDocument/2006/relationships/notesSlide" Target="/ppt/notesSlides/notesSlide9.xml" Id="R791a2c021d5f45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c99f35a704328" /><Relationship Type="http://schemas.openxmlformats.org/officeDocument/2006/relationships/notesSlide" Target="/ppt/notesSlides/notesSlide10.xml" Id="R0e9d81e696c84a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7bf454efa4e6b" /><Relationship Type="http://schemas.openxmlformats.org/officeDocument/2006/relationships/notesSlide" Target="/ppt/notesSlides/notesSlide11.xml" Id="R893cd2ca9ec843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69da96a3741d4" /><Relationship Type="http://schemas.openxmlformats.org/officeDocument/2006/relationships/notesSlide" Target="/ppt/notesSlides/notesSlide12.xml" Id="R25a92cb3efc04d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d644b0a44e3e" /><Relationship Type="http://schemas.openxmlformats.org/officeDocument/2006/relationships/notesSlide" Target="/ppt/notesSlides/notesSlide13.xml" Id="R5d379e3d376147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b5ff7cebb465f" /><Relationship Type="http://schemas.openxmlformats.org/officeDocument/2006/relationships/notesSlide" Target="/ppt/notesSlides/notesSlide14.xml" Id="R3cdc1826027446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4a9d602304178" /><Relationship Type="http://schemas.openxmlformats.org/officeDocument/2006/relationships/notesSlide" Target="/ppt/notesSlides/notesSlide15.xml" Id="Ra8a5d40ba7284e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82f13f1d04003" /><Relationship Type="http://schemas.openxmlformats.org/officeDocument/2006/relationships/notesSlide" Target="/ppt/notesSlides/notesSlide16.xml" Id="Rb41417ce7efb4d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726cd62d3646cf" /><Relationship Type="http://schemas.openxmlformats.org/officeDocument/2006/relationships/notesSlide" Target="/ppt/notesSlides/notesSlide17.xml" Id="R0cef2900015145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1d158c99043e3" /><Relationship Type="http://schemas.openxmlformats.org/officeDocument/2006/relationships/notesSlide" Target="/ppt/notesSlides/notesSlide18.xml" Id="R9228303ee84344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99bffc7dc14064" /><Relationship Type="http://schemas.openxmlformats.org/officeDocument/2006/relationships/notesSlide" Target="/ppt/notesSlides/notesSlide19.xml" Id="Rd0001200eb2748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3218dc331147ab" /><Relationship Type="http://schemas.openxmlformats.org/officeDocument/2006/relationships/notesSlide" Target="/ppt/notesSlides/notesSlide20.xml" Id="Redd93831b6e045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e128309287487d" /><Relationship Type="http://schemas.openxmlformats.org/officeDocument/2006/relationships/notesSlide" Target="/ppt/notesSlides/notesSlide21.xml" Id="R8813a6337d894d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13b7e91b1407b" /><Relationship Type="http://schemas.openxmlformats.org/officeDocument/2006/relationships/notesSlide" Target="/ppt/notesSlides/notesSlide22.xml" Id="R5cd19a01ba9b4c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c8e0d6b504138" /><Relationship Type="http://schemas.openxmlformats.org/officeDocument/2006/relationships/notesSlide" Target="/ppt/notesSlides/notesSlide23.xml" Id="Rd77f09a374934f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614dfddb224c50" /><Relationship Type="http://schemas.openxmlformats.org/officeDocument/2006/relationships/notesSlide" Target="/ppt/notesSlides/notesSlide24.xml" Id="Ra241232d713e40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186b356844b0a" /><Relationship Type="http://schemas.openxmlformats.org/officeDocument/2006/relationships/notesSlide" Target="/ppt/notesSlides/notesSlide25.xml" Id="Rfa65c6a9440041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d4fac32b245f3" /><Relationship Type="http://schemas.openxmlformats.org/officeDocument/2006/relationships/notesSlide" Target="/ppt/notesSlides/notesSlide26.xml" Id="R7fc7f921c0194c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b734ae4384353" /><Relationship Type="http://schemas.openxmlformats.org/officeDocument/2006/relationships/notesSlide" Target="/ppt/notesSlides/notesSlide27.xml" Id="R94387b1c231946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76e30a8754d73" /><Relationship Type="http://schemas.openxmlformats.org/officeDocument/2006/relationships/notesSlide" Target="/ppt/notesSlides/notesSlide28.xml" Id="Rd71aeb3f699049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c48b9a0fa430f" /><Relationship Type="http://schemas.openxmlformats.org/officeDocument/2006/relationships/notesSlide" Target="/ppt/notesSlides/notesSlide29.xml" Id="R6e5d75b67d3b4c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2533afbe4c71" /><Relationship Type="http://schemas.openxmlformats.org/officeDocument/2006/relationships/notesSlide" Target="/ppt/notesSlides/notesSlide30.xml" Id="R01120edd80c745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8518e113042cb" /><Relationship Type="http://schemas.openxmlformats.org/officeDocument/2006/relationships/notesSlide" Target="/ppt/notesSlides/notesSlide31.xml" Id="R19a81d492c5048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b3c62f6543a5" /><Relationship Type="http://schemas.openxmlformats.org/officeDocument/2006/relationships/notesSlide" Target="/ppt/notesSlides/notesSlide32.xml" Id="R041a1d68c31b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C2A97-AD12-462D-B860-577AF9B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區間方法：一個候選如何往下延伸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FA70A-1905-4863-A959-7184D201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84767-92BC-4CB1-8528-3261FAE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取出區間 Label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I, pred, K)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F2228-BF91-4BEF-B218-7DE9091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EE9ED-60FA-44D4-9D89-4BAE3D2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87C10-397B-453B-B09A-C222403E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選下一 contact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讀取可起送區間 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9422D-BA6C-40C9-A1B3-8C7DD163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8C24D-F50B-4FC9-BBEB-73E98A6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9180B-84F6-4E82-8518-C44C7D1B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檢查等待與銜接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保留可行區間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FD8C2-97DE-415E-8E31-390D3208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241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15DB6-7662-4278-8BFA-F76F6A6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EF15A-58FA-4CAE-93D3-F611928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030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建立區間 Label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加入 Q；暫不支配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89231-4D60-43E4-8656-4D05C35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由前包預約曲線計算區間，不再每秒建立一個 Label。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A1140-8542-41E2-9A3A-F04F173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863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整條路徑與具體時間驗證後，才更新全域資源。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8DA32-B1FE-4193-9181-6B76AA7C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保留時間選擇，延伸下一跳時再判斷能否等待。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4BEE9-2D9D-486A-81D1-C1B9B54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2807160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313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3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2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18766-7F44-40D9-8443-F28247D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D98AC-09E9-4829-9ED7-AF8F8AAE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 Label 與前驅時間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99107-B23E-440F-A28B-B84B7F6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287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8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I, pred, K)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238375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876300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欄位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最後使用的原始 contact；目前節點為接收端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本候選可完整抵達目前節點的時間區間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產生本候選的前驅 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本次延伸允許使用的前驅抵達時間區間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04812-CC9E-40A2-BDF6-F72F61B6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選定 a′ 後：s = a′ − S/r_c − δ_c；前驅需滿足 a∈K、a≤s。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476F-061D-47F8-B11C-D551712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76153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S=4 MB，傳輸時間 S/r=1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手繪多邊形: 圖案 69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手繪多邊形: 圖案 71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手繪多邊形: 圖案 73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手繪多邊形: 圖案 75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  <p:sp>
        <p:nvSpPr>
          <p:cNvPr id="81" name="c1">
            <a:extLst xmlns:a="http://schemas.openxmlformats.org/drawingml/2006/main">
              <a:ext uri="{FF2B5EF4-FFF2-40B4-BE49-F238E27FC236}">
                <a16:creationId xmlns:a16="http://schemas.microsoft.com/office/drawing/2014/main" id="{E8B70119-AFD0-4F92-BC69-28ABBE2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E8A6AE67-4070-48E3-883C-12F9A7D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6235B4E9-469C-4540-945E-27A092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748155E2-80C6-487C-938C-A3AD119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C21272F0-DC72-49EE-8F78-C547EBA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179B7D1C-C8DC-4DA8-975A-E819292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1AF742B6-3441-4CB6-B65A-174A5BD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2015797B-B264-4CA6-98D6-26CFE0C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E94D6F-C5C9-48DB-80E4-1655047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與資源狀態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節點buffer上限=4 MB</a:t>
            </a:r>
          </a:p>
        </p:txBody>
      </p:sp>
      <p:graphicFrame>
        <p:nvGraphicFramePr>
          <p:cNvPr id="131" name="表格 80"/>
          <p:cNvGraphicFramePr/>
          <p:nvPr/>
        </p:nvGraphicFramePr>
        <p:xfrm>
          <a:off xmlns:a="http://schemas.openxmlformats.org/drawingml/2006/main" x="5826817" y="1394567"/>
          <a:ext xmlns:a="http://schemas.openxmlformats.org/drawingml/2006/main" cx="6209675" cy="3086100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1935"/>
                <a:gridCol w="1241935"/>
                <a:gridCol w="1241935"/>
                <a:gridCol w="1241935"/>
                <a:gridCol w="1241935"/>
              </a:tblGrid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傳送端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接收端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開始時間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結束時間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X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9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11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A9B9609D-F53E-4A17-94C3-28A92EC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402D3F27-6C6F-4479-BD23-C1C169A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B8FDB4F2-9290-473A-9847-2641BD3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152C9C13-4D14-4DB1-BD5E-1227CAA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D7BA87BF-1B19-47C1-8759-20BFD27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ECAA8ACD-7BDB-4435-A98E-C637932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6D87B596-792E-4AA2-9378-1B524C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9" name="c1">
            <a:extLst xmlns:a="http://schemas.openxmlformats.org/drawingml/2006/main">
              <a:ext uri="{FF2B5EF4-FFF2-40B4-BE49-F238E27FC236}">
                <a16:creationId xmlns:a16="http://schemas.microsoft.com/office/drawing/2014/main" id="{1EC0492B-892A-4500-914C-3385E55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90" name="c7">
            <a:extLst xmlns:a="http://schemas.openxmlformats.org/drawingml/2006/main">
              <a:ext uri="{FF2B5EF4-FFF2-40B4-BE49-F238E27FC236}">
                <a16:creationId xmlns:a16="http://schemas.microsoft.com/office/drawing/2014/main" id="{6318B838-97DE-4817-B9DD-0428DFF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B7C0ED2-596D-465D-8A1C-7B99160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r=4 MB/s；δ(c2,c5,c6)=1 秒，其餘 δ=0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E00AF2DF-0A9A-4465-90FD-E8362C8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95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初始 R(c1～c8)=(4,4,4,8,4,4,2,4) MB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FDD7E9-509D-4ABF-BB3C-A6643DED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87378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可分配量 4 ≥ Size；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buffer 為 4 MB，建立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(c1, {3}, L₀, {0})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[L₀：I={0}] → 取出 L₀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[L₁：I={3}]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D440B9FB-6110-44F7-9D25-2B26788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ABB9169B-48D7-404F-8F8A-926B03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CC913A2-2DA8-457F-AEB4-58F9198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F1E6F8A-6286-49AD-899D-217C40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5B1CEE2-020B-4F23-AA3D-2D1D946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F574807B-1167-4F84-8793-A36D157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1922D672-A63B-4D2F-8478-336CACD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315A9E5-4432-4106-983F-FBA8878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5F903D7C-C93B-44DD-81A3-A9E17EB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5DD9466-58BE-42CE-B185-2FEF389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L₂：D，I={8}　 L₃：D，I={12}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[L₁：I={3}] → 取出 L₁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[L₂：I={8}, L₃：I={12}]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3F16BC1F-B38A-4881-BA85-886D31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EF96E82-DB33-49CB-879D-2AAE21D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E2DAFA69-0CB7-404A-AD10-B261FA5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04992C6F-EA04-49F4-913B-574E6DC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6595D82A-0C6A-4E76-BD04-F659EA5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DB333FF3-3F86-4EAF-BBFE-C964D33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1AA6DBC7-2DD5-45FF-BBAE-9D193A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04B5D679-7862-44DB-910B-A06B548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05032842-8DFF-4B4A-8C7E-037227E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F02771-B2C3-4B9A-81FA-6961FB76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c1→c2，扣容量、更新 Buffer，預約 c1[2,3)、c2[6,7)。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手繪多邊形: 圖案 37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078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[L₂：I={8}, L₃：I={12}]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得到抵達 8 秒；其餘下界 ≥ 8，驗證後接受。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CB2FE05-4CB1-4412-984A-C0B26C3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EB07CB91-90C0-441B-8C73-694CC48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85B2522-6376-4C4D-A195-9AD4404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4C0B9132-656E-4037-987F-6A4A006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9951574-1F93-4852-8043-254742A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A587A928-8BEA-4F23-A6F3-FCB1F3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EA7C5DD0-B379-418F-A307-8A587A9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90CA67BA-B459-45FD-956D-3C015BE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37C91EAB-F9A6-46A6-BCB7-834FB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EAB994-A968-48CC-81B2-0290670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第二包： 嘗試 c3 到 B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起送區間為 {1}，抵達區間為 {2}，先保留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(c3, {2}, L₀, {1})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[L₀：I={1}] → 取出 L₀</a:t>
            </a:r>
          </a:p>
        </p:txBody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[L₁：I={2}]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ECE5B1B7-AE61-4D6E-89C4-91D9452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8D515379-491E-4E8D-87D4-8668292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5474463-A411-4B30-B970-C54B18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75164BA5-9E8F-4038-B86D-DB1012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5B661736-839F-40FE-BE6E-555E09E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6CA437B4-F5A2-4B8C-AA37-22CA947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B255F75A-B562-4BD3-BF8B-6C71098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891802C-7ABF-4254-977A-6D567E3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5" name="c7">
            <a:extLst xmlns:a="http://schemas.openxmlformats.org/drawingml/2006/main">
              <a:ext uri="{FF2B5EF4-FFF2-40B4-BE49-F238E27FC236}">
                <a16:creationId xmlns:a16="http://schemas.microsoft.com/office/drawing/2014/main" id="{8C8B8057-D7BA-4727-B451-02C2DAA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32F174-BD78-44DF-8488-3D8DA90C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F8C17-2363-41F4-9815-C0A7B0DC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第二包：c4 保留整段可起送時間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D1EB-8E4B-43A2-B985-354A24F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c4：A → B，開放 7～9 秒；本包傳輸需 1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3D69B-4004-4B1A-A357-8003C17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7 秒後沒有前包占用，這段接收可行。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79449-FE59-4ECE-915A-65C3FAD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原時窗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70AD1-14B6-4895-AB65-AD1A7C8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8028B-2140-42B2-9E09-B2A748F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563" y="3238500"/>
            <a:ext cx="1349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CA78B-7081-4CAB-A7E3-6618CBA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可起送 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CF07B-CB62-4C8D-85A8-356FBD7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6717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CDBBA-1C91-4ACB-B857-AA3A9FFC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563" y="3952875"/>
            <a:ext cx="67468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39C75-9D53-4FFC-9F74-829D873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抵達 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E8560-529B-4535-BD07-EC3A141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155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C9513-A44D-4282-B37A-25942E07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4667250"/>
            <a:ext cx="67468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F4E2E-224B-4E37-8976-4C3C366F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0AD5-3042-4366-B1C2-7D25A593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50DD8-88E8-47B8-8BDC-A3E9A8D0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8FE52-87A7-43B5-BBD4-15BC2BF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F528C-9D4C-483E-A2BB-E2F0C65C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5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8575-876F-45BF-931B-80F71D3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325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0D892-8F01-4BE7-85EA-333701F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A889E-1B67-4519-9DD6-F9FE41F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20C93-9563-4EE1-ACDA-7175723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L₂ = (c4, [8,9], L₀, {1})；不是只挑第 7 秒起送。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0E414-4880-477E-98E0-01EA5FA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4384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E3F81-C2F5-4A10-BB61-D2B1E20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由已接受路徑建立 Buffer 預約表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477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紀錄欄位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第一包在 B 的資料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Bundle／大小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第一包，4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接收開始／結束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 秒／3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發送開始／結束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 秒／7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4B66C-093C-4F80-B9DB-99F020C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2～3 秒：0 ↗ 4 MB；3～6 秒：維持 4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C0CC-F9E9-4091-88FA-E8EE6DF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6～7 秒：4 ↘ 0 MB；多筆預約在同時刻相加。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1E8C3-5573-409B-9113-37FF72F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每個 node 的 O_v(t)，由已接受路徑的預約紀錄計算。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31690-F3DF-4760-9B18-60DC3CA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4541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45376-B491-4A57-B8C2-C6CB33A5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以 B 的占用曲線切出 c4 可用區間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86061-2026-4464-82F9-C5E2C74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382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依曲線轉折點分段求解，保留整段可行起送時間。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32915-1ADA-4617-B257-791EA7A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的既有占用 O_B(t)（MB）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69CA1-7070-4B82-ADCC-5D0299F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572500" cy="1809750"/>
          </a:xfrm>
          <a:custGeom xmlns:a="http://schemas.openxmlformats.org/drawingml/2006/main">
            <a:pathLst>
              <a:path w="8572500" h="1809750">
                <a:moveTo>
                  <a:pt x="0" y="0"/>
                </a:moveTo>
                <a:lnTo>
                  <a:pt x="0" y="1809750"/>
                </a:lnTo>
                <a:lnTo>
                  <a:pt x="857250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8225F-586C-4C21-B374-CFAEC10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1B86-EF6B-4A18-A9CF-84CF798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E7EA5-B7C7-4181-9892-A5AC0748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E8592-7525-47E0-A4A9-991C8A87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0002C-E583-456C-AA74-BEDBCCB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61470-F13F-4E16-9990-2847F54E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68BD4-B131-4C41-9491-45834620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37248-189E-4DA0-9FBC-D5685912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2CF42-250B-4F8C-B2DF-E7E6B69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9BAB8-99CF-4044-A4A7-AA46C8BC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6228A-139B-413F-93AB-6D1DE4F6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DA6E5-5F0D-4F04-9432-94FE32B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D63CA-9E9F-4100-9A7C-24A2D3B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8150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59D68-9FEF-4E35-B9B9-3AEF8687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95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59D03-1B81-4D7A-8D4A-87FE2360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7744B-8761-4114-87E8-D0FF7C65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7D479-4885-47FC-A04E-0E7B3F88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51D24-A2C1-4217-86F6-DEF35BE9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76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499ED-8440-458F-9048-B9E31C1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572500" cy="1809750"/>
          </a:xfrm>
          <a:custGeom xmlns:a="http://schemas.openxmlformats.org/drawingml/2006/main">
            <a:pathLst>
              <a:path w="8572500" h="1809750">
                <a:moveTo>
                  <a:pt x="0" y="1809750"/>
                </a:moveTo>
                <a:lnTo>
                  <a:pt x="1428750" y="1809750"/>
                </a:lnTo>
                <a:lnTo>
                  <a:pt x="2143125" y="0"/>
                </a:lnTo>
                <a:lnTo>
                  <a:pt x="4286250" y="0"/>
                </a:lnTo>
                <a:lnTo>
                  <a:pt x="5000625" y="1809750"/>
                </a:lnTo>
                <a:lnTo>
                  <a:pt x="857250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57675-E983-44B7-9E3F-B944DE1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J_c4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1C14E-6D0E-4123-9AF2-C57A515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0175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9E9F0-4CD9-4A01-B015-B61CB2BA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95875"/>
            <a:ext cx="714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20168-8963-4CB3-926A-EEBBBA9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67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[7,8]：可在這整段期間起送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2F99A-F5D3-4C54-92FB-9BA443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contact 開放 7～9 秒，扣除傳輸時間後，可起送為 [7,8]。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03823-0F06-4995-B0F5-EBC1BDB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8871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D4D46-EC2F-4956-880A-829DEF4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示意：不必等到 Buffer 完全清空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BF8A6-2297-4622-B3F0-15358C2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573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獨立示意：contact 1～10 秒；S=4 MB，r=4 MB/s，δ=0。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587E7-26F4-445F-A311-CA4F99D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的占用量：橘＝前包；藍＝新包接收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9D8E0-1408-49FA-9E27-F009E370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8096250" cy="2047875"/>
          </a:xfrm>
          <a:custGeom xmlns:a="http://schemas.openxmlformats.org/drawingml/2006/main">
            <a:pathLst>
              <a:path w="8096250" h="2047875">
                <a:moveTo>
                  <a:pt x="0" y="0"/>
                </a:moveTo>
                <a:lnTo>
                  <a:pt x="0" y="2047875"/>
                </a:lnTo>
                <a:lnTo>
                  <a:pt x="809625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7B014-909D-4375-B339-6C5C19E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5A2F7-5D4A-44A0-B2D2-4BA20FC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9FAF-982A-48F2-9FEF-86CED668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2F71F-447C-4047-9DA4-67EC46F9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D10E0-2939-4B90-B9E7-CC6616C6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CC9C9-F75D-4AEE-8C67-F46CB1DC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E6908-1999-49CC-8965-9AB9690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1A4F0-5EEA-4F41-B3F5-29956F2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E9032-BE76-41C3-95D9-1BBA19A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5DDED-37CB-4F46-801C-097C20F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E2D89-F4EA-4F53-90CD-CEF9B27E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196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C8DB9-7B3E-4922-AF58-06A9D3A1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339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E79EB-513B-43D4-8F91-BE86C95A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2BC1B-CE8A-4D5E-AAA9-994FCE45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AB613-2606-440D-ACC4-B8D5D17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A2487-712D-408D-B2CE-DA19DD2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EBE2B-C04F-4592-B55C-44BF82A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8096250" cy="2047875"/>
          </a:xfrm>
          <a:custGeom xmlns:a="http://schemas.openxmlformats.org/drawingml/2006/main">
            <a:pathLst>
              <a:path w="8096250" h="2047875">
                <a:moveTo>
                  <a:pt x="0" y="0"/>
                </a:moveTo>
                <a:lnTo>
                  <a:pt x="5667375" y="0"/>
                </a:lnTo>
                <a:lnTo>
                  <a:pt x="6477000" y="2047875"/>
                </a:lnTo>
                <a:lnTo>
                  <a:pt x="809625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99D01-0A16-47F9-A98A-08777A8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809625" cy="2047875"/>
          </a:xfrm>
          <a:custGeom xmlns:a="http://schemas.openxmlformats.org/drawingml/2006/main">
            <a:pathLst>
              <a:path w="809625" h="2047875">
                <a:moveTo>
                  <a:pt x="0" y="20478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20B02-C2A8-4389-A32A-AFAE04B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97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7～8 秒：前包釋放速率 = 新包接收速率，合計 4 MB。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EC392-DC9D-4247-A25C-B21AE8D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接收可起送區間為 [7,9]；不能直接刪掉所有「有占用」的時間。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F1D82-5B9A-4184-A337-F61BE7D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538588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0D2DC-D34F-497E-BE1A-478CA5B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完整持有區間：判斷能不能等待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839FD-CA4B-4A62-AD33-FEF25A9D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859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W_v = { t：O_v(t) + S ≤ M_v 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022F8-86C8-48F4-9D93-CD1BF8B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W_v：節點能完整持有這一包的時間範圍。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CBF9A-93E1-4E2D-A4BF-26582ED5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抵達時間 a 與起送時間 s，必須能在同一段 W 內銜接。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A2FFB-9132-45ED-B4E6-74A52C0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W_B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59ED3-4E25-41A7-9579-A06A1C7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697A9-87FC-45AF-AC66-3186B8BB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1349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B97EB-A849-4B30-B6C3-3EB5D09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45C70-E33B-4603-BCB0-53E9361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909A4-C4B8-4EC1-B8D1-B5716D4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563" y="4286250"/>
            <a:ext cx="337343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B2330-F69F-4ED1-9809-A9F428B6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[0,2]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3C874-1819-484D-AED1-3431145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[7,12]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ED68-38AB-4402-AB1E-E3F8962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原例 W_B=[0,2]∪[7,12]；不可跨過中間放不下整包的時段。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7FF88-1966-462D-B467-9138F28F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2450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C6ABB-AA37-49CB-9173-5E6CE6A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區間延伸：保留可銜接的時間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FC3E-22A6-4479-A108-82049F4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前驅抵達區間 I=[8,9]，B 可持有區間 W=[7,12]。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C1D5A-F22F-491B-9DDB-9DDD26E9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K = I ∩ W = [8,9]。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2F754-8659-4D60-9ED4-8F48E02C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起送時間為 {10}，可接上 K 中的抵達時間。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FA1E0-A558-4817-8BDF-06FE4F5A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新候選：L₅ = (c5, {12}, L₂, [8,9])。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83227-76A7-482E-9FC5-BDF4987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保留前驅可用時間 K，回溯時再選一組一致的實際時間。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7835C-5A13-4BE1-B9EB-90C3320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45016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第二包：L₄ 加入優先佇列 Q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依抵達區間下界排序，同值依建立順序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l">
              <a:buNone/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c3, I={2}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l">
              <a:buNone/>
              <a:defRPr sz="15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c6, I={3}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5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c4, I=[8,9]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[L₁：I={2}, L₂：I=[8,9]]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[L₁：I={2}, L₄：I={3}, L₂：I=[8,9]]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25CDF70-474F-4C8B-A803-DF0555A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24FCFF4-1256-41C1-8EDC-165F5E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3E04EB32-7720-4735-905A-6F0F535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345F93AC-B09C-4E5E-9E4E-39D0EB8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5DEBAD45-BF06-4CD1-9D4C-B44FA2D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2F36613D-13E1-48EB-9D09-798C11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5A0D0CD-5D69-43A0-A094-2061225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E2A261A1-E717-445E-973A-4C40654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687770E8-2B35-400E-AFEB-6D22650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2CD7F1B-4A13-4C8E-A41B-B7C775E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[L₁：I={2}, L₄：I={3}, L₂：I=[8,9]]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[L₄：I={3}, L₂：I=[8,9]]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D1664A5-11C7-4D72-BD94-707CD39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A966404D-BF19-4A17-BA29-0044CE2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F76CE7-F4AD-4FB9-AD62-B285469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EBE06069-87D4-493A-BB20-D468938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1642264D-6055-42C9-B358-E97FBF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57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00B0CD1-40D8-41C0-904D-6188179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A1F79F27-327E-47F8-BB55-CF151D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7D2BFDC-0040-42C9-891D-B09B3D4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84CE7DDC-DD3D-414C-8BFD-318597C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CCF349-A27F-411B-8A76-98D99483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19999-EDDA-465F-B9C7-677E63D4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早到 B：接收通過，但不能等待下一跳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A2AB5-7D71-438E-9EC1-191F239E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抵達 B 的區間 I={2}；當下接收可行。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DA04-0726-4D76-8DFD-4C91150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764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K={2} 位於 W_B 的第一段 [0,2]。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4886-F971-45D4-ACFB-FFC7903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第 10 秒起送，無法在同一段 W_B 內等待。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752B3-A813-433A-9652-3B90E53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可持有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20560-965C-497F-A035-D63E79B6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18F23-15AB-4F90-9EF7-5AC0848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1349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4C316-DB1F-4EC4-AB81-FF63ADE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01E03-BEE5-4279-AD0D-CDABCA43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96BB6-536E-440E-99B5-0CA9374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563" y="4333875"/>
            <a:ext cx="337343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93C41-D584-46FD-B4B9-E9660A3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抵達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B41FD-01AC-4621-9F81-FAEC366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1492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B3B1-BC63-4BC9-8EA3-FB70D20D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4972050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180E6-FADB-4416-BC36-1F56FCC5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776F9-09C7-412F-807D-2D62CA6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1492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0898F-1EC1-43D2-9FA7-4D28DA98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625" y="4972050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2C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9B9CA-373A-4047-86C2-9A68A4CE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 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7230D-C82A-47A7-B2A3-F421BFE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10 秒起送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81E2C-5EFA-47B9-9D3B-864DC70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拒絕這次 c3→c5 延伸，繼續保留晚到 B 的 c4 候選。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62946-D103-4393-B6DF-D4E3F3F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616501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[L₄：I={3}, L₂：I=[8,9]]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[L₂：I=[8,9]]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FE0468D-5BF5-42C8-85A0-35BBEA3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EE650B48-A53D-43D7-BBB3-093F62F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0972DB-F70D-4F0B-A68B-5058EA8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A198EEA8-C91F-4FAF-B162-FE69AC1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ECACB923-C83C-498E-A61B-E216671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5835DA4F-40FE-41C1-9663-F74A208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80F12806-6345-4B7D-8C16-8148BB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5D4067A9-FDC4-49C1-9D48-CE0F44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ABDD174F-7243-4173-A717-FAFE101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59D076-EE1A-4374-86C0-B9681E2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手繪多邊形: 圖案 28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秒的傳送超過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[L₂：I=[8,9]]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[L₂：I=[8,9]]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3FA8DD8C-319F-4575-AE4C-4F97093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2230C4A4-4AA8-4705-8092-0513770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C9D7BE7F-2350-4F8C-B3E7-66D45C6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A33FCE2C-010E-478D-A35D-9F3C532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CABD307D-5BE4-4342-9BA6-CF4361C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D8D594CE-6E64-4619-95BC-CF7ECB7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BBA192A7-2B16-432A-801A-5C060B2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229F358-ED27-4F4A-B24D-2EC2298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DFAD2C03-81CD-4FA5-BB9B-63E886E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0517A8-6756-4F22-8F37-EDE5B3A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B 的候選抵達區間為 [8,9]，尚未固定時刻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[L₂：I=[8,9]]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L₂：I=[8,9]，Q=[]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24FE18E-F4A0-41E0-955F-7F55704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F354340D-D038-409F-A80E-8C41178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48B1DB1E-22F9-4C60-B519-010CBF3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CE75DD46-9A33-46E8-8627-8942F8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822FAEC-17C1-46A3-BDCF-24BF84B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7C76318-133A-4846-9D62-7066A7D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046315CF-136E-4431-960E-9E6BEF2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025A540-BBDD-40B6-83F9-0D5934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C012BAD4-9404-4B5F-BFAF-D4A0CD2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BB448F-287A-4FA9-8903-D16DAA59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0540B-E81D-4F1E-8CFD-2E22B49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晚到 B：區間可以接上 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85CD2-8181-4BF9-B7A4-A6956ED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43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目前候選：L₂ 的完整抵達區間 I=[8,9]。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2046E-FC21-409A-9986-29EC4E5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等待條件：K=[8,9]，起送 10 秒，同在 W=[7,12]。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62296-B138-489C-8328-6750B1C0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發送 10～11 秒，傳播 1 秒，完整抵達 12 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B3A0-8278-4150-86C3-B2A679C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可抵達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37BA8-07F2-4DB7-A0BC-0132A27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5292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BAFF2-3FE5-414C-B5A0-03A0D414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4238625"/>
            <a:ext cx="67468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336B2-29F9-44B5-85FD-1CDA5924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起送 c5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11A6E-405C-48F5-AAB1-1F1D75DA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9675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C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1EF94-C723-424B-AA5F-F1CDDD9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625" y="4876800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C02EF-CB22-492A-B794-08FB0546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L₅ = (c5, {12}, L₂, [8,9])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C802A-3EFA-40EE-BD72-1F9A7CB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下一跳已可行，但前一跳的具體時間留待回溯決定。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50444-3AD6-41FA-B974-407869F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382300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6B2AC-01A9-4187-BAEC-DD748EC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沿前驅回溯，還原一組具體排程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6F428-8034-4C2A-A4DE-1B138F1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L₅：選定抵達 D 的時間 12 秒，還原 c5 起送 10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2EBFD-2DB1-46F8-9C66-AE204612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860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K₅=[8,9]：選擇前驅在第 8 秒抵達 B，滿足 8≤10。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56FC9-A09D-4735-8E72-F006DE1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L₂：由抵達 8 秒還原 c4 起送 7 秒，接回來源第 1 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2D2E3-A166-45CC-BED5-760BF756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完整驗證後：扣容量、加入傳送預約及 Buffer 曲線。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FF093-6B02-4FE8-B17E-5DE77EC2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得到 A→B→D：c4[7,8)、c5[10,11)，第 12 秒完整抵達。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5DD4D-FAF2-4722-B8C8-56E5554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2359045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選定具體時間後，兩包在 B 的合計峰值為 4 MB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rect l="0" t="0" r="0" b="0"/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11A2EF8B-55AE-4FB9-BFAE-38E482B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88E8B5B4-5C10-4BDC-9530-4C19965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849078A1-D7DB-4C66-813D-D0B254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CCDAB3C6-414A-403B-9AD3-B9EE0D8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15E4B2E0-245B-46D9-B510-7CE65FE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09EDB7DA-050E-4E05-B5F3-5D7EC06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864D1A0F-A1A5-44EB-A825-2BA1B9F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820E1E74-ED93-4D2B-AF40-859BDA3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7">
            <a:extLst xmlns:a="http://schemas.openxmlformats.org/drawingml/2006/main">
              <a:ext uri="{FF2B5EF4-FFF2-40B4-BE49-F238E27FC236}">
                <a16:creationId xmlns:a16="http://schemas.microsoft.com/office/drawing/2014/main" id="{87C99745-FEBD-4E76-A09A-D507757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04352F-1B17-41DF-819B-1B3CDFF2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91BC5-A4F9-4448-8C66-864A149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區間方法：每包搜尋流程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47012-A311-4382-B2BF-FE1FA98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依本包大小，建立可起送區間 J 與完整持有區間 W。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B919-858C-435D-89FB-DB2A6E0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初始化來源候選，Q 依抵達區間下界取出。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3CB9-A73E-4AA4-8B89-3D2ABB14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探索下一 contact：檢查容量，計算可銜接區間。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27CE3-BEDB-40D0-A8B2-FA860921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保留新區間 Label；目的地候選回溯成具體排程。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62E88-5D63-4B5F-8B2B-CF29C09C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5. 完整驗證且搜尋結束後，才提交本包的資源預約。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6036F-8585-423F-95F8-D92DB688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搜尋以時間區間推進，沒有固定間隔逐秒起送迴圈。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9D4C8-1CB6-4FB3-891E-4C0C82BF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786335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59718-5973-4A48-A86B-845BC068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切割後仍共用原 contact 的資源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35250-6CB0-413A-929E-5F753B7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原 contact 7～10 秒，本包傳輸需 1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869E8-7A53-444E-AC40-49C302D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前包預約 [7,8)，剩下可起送區間為 [8,9]。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AF3C2-2B90-4E99-9183-B10E682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每個子區間保留原 contact ID，共用同一份 R[c]。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EAB51-57F5-46B0-B4D8-EE0E6747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576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若路徑重用同一 contact，沿 pred 累計每次使用量。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2F9CA-D337-487C-ACA4-61C9FE6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切的是本包的可用起送範圍，不是複製多份容量。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07B00-E53E-4FA1-80D7-4637EEF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88375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81A95-37DA-40F4-83A9-47538AA3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初版保留候選，不做支配刪除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A0EBC-DD20-47CA-A903-52F4AAC5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不同前驅的候選，先分開保留。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633D3-EDDF-4853-8176-FD8673F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同一前驅跨越不同 W 區間，也分開保留。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AEA8-3DF7-4A84-BE67-4ABB899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較早的區間下界，不代表能取代其他候選。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9442E-0589-4021-B4A2-2726D75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先驗證區間延伸與回溯，再討論支配條件。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499E1-B056-44DA-849A-334B2067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本版沒有「早到就刪晚到」的規則。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829F8-A8AC-40F3-A3A3-D08E14CE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15764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41693-7EB6-4C0C-888D-DD25ECD0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候選方法：待驗證的重點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32A5-C478-4094-9B6F-A85745B0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區間計算：完整涵蓋可行時間，端點與瞬間峰值不漏判。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A1F3-68CB-4A35-863C-B53E7940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延伸：早到不能等、晚到可行時，仍保留後者。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F1824-E33C-4F3B-B6B7-7E948F2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回溯：每跳的實際時間能接成同一組可行排程。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8E798-9224-4AC9-B767-C0CA274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資源：切割後容量不重複，允許循環時仍正確計帳。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69643-08F9-4EE7-B9E9-F2F08A4F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確認正確性後，再比較搜尋成本與接受率。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86DA4-A29E-4CCC-99F0-A19FF21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尚未證明正確、完整或更快；舊程式測試不等於本版驗證。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198A6-5F6F-44E9-8453-F660AF8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749676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CF076-0291-4334-BFD7-BC68143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區間方法：符號整理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857250" y="159067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905750"/>
              </a:tblGrid>
              <a:tr h="5306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F2F2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S；d_c=S/r_c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本包大小；整包傳輸時間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O_v(t)；M_v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既有 Buffer 占用；節點 Buffer 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J_c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本包在 contact c 可使用的起送區間集合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W_v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節點可完整持有本包的時間區間集合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I；K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本候選抵達區間；允許的前驅抵達區間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R[c]；F[c]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原 contact 的剩餘容量；已預約發送時段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EAAB8-6F7C-434A-9E8F-B9F2BAC6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J 是起送時間，I 是抵達時間，W 是能完整持有整包的時間。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AF9D7-F5DB-4963-B2B1-A04C9711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880906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055E8-01CC-4540-9291-74BE509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排序與搜尋結束條件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2AB16-AE75-4CD8-9C5D-FA560F76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排序鍵：抵達區間下界 inf I，同值依建立順序。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9288B-62A1-4B39-AA08-0D919FC4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目的地候選：先還原並驗證，記錄最佳實際抵達時間 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96DFF-699E-4F94-99DB-D23A7BF5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若 Q 剩餘下界皆 ≥ τ，才依此界限結束搜尋。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E7F50-A2EC-4197-B0CA-1F774D0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耗盡且沒有排程才回報無路徑；中斷不算無解。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6EFDF-99B2-4342-876B-5E27F6AF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不可取的最早端點先回報，不任選 ε 當成最早解。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BD22A-1690-4984-A26B-F5FFDF0D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下界用於安排探索順序，具體可行排程才是輸出。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06A46-3808-4DD7-81C7-FB643324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485180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088D2-E6E2-4A61-8060-098CFC7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接收、發送與等待的判別式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DA43-3123-4489-B967-E181EB4F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d_c=S/r_c；f=s+d_c；h=s+δ_c；a′=f+δ_c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9110A-66A8-4554-88BA-A6D85A10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接收：O_B(t)+r_c(t−h) ≤ M_B，t∈[h,a′]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F1D2-EDAF-4EFD-82EB-CA60918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發送：O_A(t)+S−r_c(t−s) ≤ M_A，t∈[s,f]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83D7D-D1DC-4F8D-9EAE-63CBC23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等待：a、s 同在一段 W_A，且 a≤s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5E821-9A72-481D-A8F1-90E7DF9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先解 J，再以 W 與前驅時間 K 銜接；接收通過不代表等待通過。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B8FC-A4A1-4CBB-AAFD-3CEE921C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377942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10B32-9574-4A77-9E16-1E6F007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區間 Label Setting：候選虛擬碼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E82CE-42B5-4BFB-BA32-2C4C812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477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Build start intervals J and holding intervals W for this bundle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L0 ← (c0, {g}, ∅, ∅); Q ← {L0}; best ← ∅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while Q is not empty: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best exists and LowerBound(Q) ≥ Arrival(best): break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L ← ExtractMin(Q, inf I)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node(L) = destination: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P ← TraceBackWithTimes(L)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ValidateAndUpdateBest(P);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for each outgoing original contact c: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if CapacityFails(L, c):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for each holding interval w at node(L):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K ← I(L) ∩ w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if K is empty: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for each segment j in CompatibleStarts(J[c], K, w):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    N ← (c, j + S/r_c + δ_c, L, K)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    Insert(Q, N)          // no dominance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return best, or NO_ROUTE if search is exhausted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42C79-B66F-4F22-9C20-009491C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外層逐包處理：完整驗證最佳排程後，才提交 R、O、F。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F72AF-E396-426A-9B32-CBDF1CFF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62614562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2026-10-20T23:03:56.1510000Z</dcterms:created>
  <dcterms:modified xsi:type="dcterms:W3CDTF">2026-10-20T23:03:56.1510000Z</dcterms:modified>
</coreProperties>
</file>