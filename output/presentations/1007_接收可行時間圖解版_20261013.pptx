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d02f5ecd9447b8" /><Relationship Type="http://schemas.openxmlformats.org/officeDocument/2006/relationships/extended-properties" Target="/docProps/app.xml" Id="R4b798e178b104df1" /><Relationship Type="http://schemas.openxmlformats.org/officeDocument/2006/relationships/officeDocument" Target="/ppt/presentation.xml" Id="R76ee893230ab49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24a4aa64594fa0"/>
  </p:sldMasterIdLst>
  <p:notesMasterIdLst>
    <p:notesMasterId xmlns:r="http://schemas.openxmlformats.org/officeDocument/2006/relationships" r:id="R0ee3f5e6933444ec"/>
  </p:notesMasterIdLst>
  <p:sldIdLst>
    <p:sldId xmlns:r="http://schemas.openxmlformats.org/officeDocument/2006/relationships" id="256" r:id="R01c7daad508544ea"/>
    <p:sldId xmlns:r="http://schemas.openxmlformats.org/officeDocument/2006/relationships" id="257" r:id="R30f974f75da84d53"/>
    <p:sldId xmlns:r="http://schemas.openxmlformats.org/officeDocument/2006/relationships" id="258" r:id="R7a44ef33993d4231"/>
    <p:sldId xmlns:r="http://schemas.openxmlformats.org/officeDocument/2006/relationships" id="259" r:id="R0fca35664b24414e"/>
    <p:sldId xmlns:r="http://schemas.openxmlformats.org/officeDocument/2006/relationships" id="260" r:id="R705b88bfd2324821"/>
    <p:sldId xmlns:r="http://schemas.openxmlformats.org/officeDocument/2006/relationships" id="261" r:id="R3a8bb352f9a343d2"/>
    <p:sldId xmlns:r="http://schemas.openxmlformats.org/officeDocument/2006/relationships" id="262" r:id="Rbb5efad843a940bd"/>
    <p:sldId xmlns:r="http://schemas.openxmlformats.org/officeDocument/2006/relationships" id="263" r:id="R883592826e664a1a"/>
    <p:sldId xmlns:r="http://schemas.openxmlformats.org/officeDocument/2006/relationships" id="264" r:id="Rfffb09216dae48bd"/>
    <p:sldId xmlns:r="http://schemas.openxmlformats.org/officeDocument/2006/relationships" id="265" r:id="R8c29c98b40d944bb"/>
    <p:sldId xmlns:r="http://schemas.openxmlformats.org/officeDocument/2006/relationships" id="266" r:id="R0345d1c2de6b44e5"/>
    <p:sldId xmlns:r="http://schemas.openxmlformats.org/officeDocument/2006/relationships" id="267" r:id="Ra7f7167be7424aba"/>
    <p:sldId xmlns:r="http://schemas.openxmlformats.org/officeDocument/2006/relationships" id="268" r:id="R8660d2e9864b4b47"/>
    <p:sldId xmlns:r="http://schemas.openxmlformats.org/officeDocument/2006/relationships" id="269" r:id="R82012b8490d14192"/>
    <p:sldId xmlns:r="http://schemas.openxmlformats.org/officeDocument/2006/relationships" id="270" r:id="R605ae0ef46c54c97"/>
    <p:sldId xmlns:r="http://schemas.openxmlformats.org/officeDocument/2006/relationships" id="271" r:id="R63d25cc556e24b14"/>
    <p:sldId xmlns:r="http://schemas.openxmlformats.org/officeDocument/2006/relationships" id="272" r:id="R6a1e6d92a3944e22"/>
    <p:sldId xmlns:r="http://schemas.openxmlformats.org/officeDocument/2006/relationships" id="273" r:id="Rc7573fff30aa45c3"/>
    <p:sldId xmlns:r="http://schemas.openxmlformats.org/officeDocument/2006/relationships" id="274" r:id="Re1edeedaf81a49e2"/>
    <p:sldId xmlns:r="http://schemas.openxmlformats.org/officeDocument/2006/relationships" id="275" r:id="Rade9a5eb7f4942c4"/>
    <p:sldId xmlns:r="http://schemas.openxmlformats.org/officeDocument/2006/relationships" id="276" r:id="R3fb24299a1a84a30"/>
    <p:sldId xmlns:r="http://schemas.openxmlformats.org/officeDocument/2006/relationships" id="277" r:id="R35e8b0c8f6f84c31"/>
    <p:sldId xmlns:r="http://schemas.openxmlformats.org/officeDocument/2006/relationships" id="278" r:id="Rd7dccef9f6054889"/>
    <p:sldId xmlns:r="http://schemas.openxmlformats.org/officeDocument/2006/relationships" id="279" r:id="R5e8375c7ea744bcb"/>
    <p:sldId xmlns:r="http://schemas.openxmlformats.org/officeDocument/2006/relationships" id="280" r:id="Re228abf70f744f8f"/>
    <p:sldId xmlns:r="http://schemas.openxmlformats.org/officeDocument/2006/relationships" id="281" r:id="Rd7bd94120bd74967"/>
    <p:sldId xmlns:r="http://schemas.openxmlformats.org/officeDocument/2006/relationships" id="282" r:id="Ra6449f3176914e67"/>
    <p:sldId xmlns:r="http://schemas.openxmlformats.org/officeDocument/2006/relationships" id="283" r:id="R76990faf95a047a5"/>
    <p:sldId xmlns:r="http://schemas.openxmlformats.org/officeDocument/2006/relationships" id="284" r:id="R04376a76ef6a4709"/>
    <p:sldId xmlns:r="http://schemas.openxmlformats.org/officeDocument/2006/relationships" id="285" r:id="Rcec1fcaf826d4f71"/>
    <p:sldId xmlns:r="http://schemas.openxmlformats.org/officeDocument/2006/relationships" id="286" r:id="R15fa16bdc9264e09"/>
    <p:sldId xmlns:r="http://schemas.openxmlformats.org/officeDocument/2006/relationships" id="287" r:id="R06a551541c604f3d"/>
    <p:sldId xmlns:r="http://schemas.openxmlformats.org/officeDocument/2006/relationships" id="288" r:id="R1ed508f03efd4ef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03a7c399bb4f8e" /><Relationship Type="http://schemas.openxmlformats.org/officeDocument/2006/relationships/slideMaster" Target="/ppt/slideMasters/slideMaster1.xml" Id="Ra024a4aa64594fa0" /><Relationship Type="http://schemas.openxmlformats.org/officeDocument/2006/relationships/notesMaster" Target="/ppt/notesMasters/notesMaster1.xml" Id="R0ee3f5e6933444ec" /><Relationship Type="http://schemas.openxmlformats.org/officeDocument/2006/relationships/presProps" Target="/ppt/presProps.xml" Id="R463f1962841e447e" /><Relationship Type="http://schemas.openxmlformats.org/officeDocument/2006/relationships/viewProps" Target="/ppt/viewProps.xml" Id="R9683ea36b4ea45fe" /><Relationship Type="http://schemas.openxmlformats.org/officeDocument/2006/relationships/tableStyles" Target="/ppt/tableStyles.xml" Id="R00036717e8c44e46" /><Relationship Type="http://schemas.openxmlformats.org/officeDocument/2006/relationships/slide" Target="/ppt/slides/slide1.xml" Id="R01c7daad508544ea" /><Relationship Type="http://schemas.openxmlformats.org/officeDocument/2006/relationships/slide" Target="/ppt/slides/slide2.xml" Id="R30f974f75da84d53" /><Relationship Type="http://schemas.openxmlformats.org/officeDocument/2006/relationships/slide" Target="/ppt/slides/slide3.xml" Id="R7a44ef33993d4231" /><Relationship Type="http://schemas.openxmlformats.org/officeDocument/2006/relationships/slide" Target="/ppt/slides/slide4.xml" Id="R0fca35664b24414e" /><Relationship Type="http://schemas.openxmlformats.org/officeDocument/2006/relationships/slide" Target="/ppt/slides/slide5.xml" Id="R705b88bfd2324821" /><Relationship Type="http://schemas.openxmlformats.org/officeDocument/2006/relationships/slide" Target="/ppt/slides/slide6.xml" Id="R3a8bb352f9a343d2" /><Relationship Type="http://schemas.openxmlformats.org/officeDocument/2006/relationships/slide" Target="/ppt/slides/slide7.xml" Id="Rbb5efad843a940bd" /><Relationship Type="http://schemas.openxmlformats.org/officeDocument/2006/relationships/slide" Target="/ppt/slides/slide8.xml" Id="R883592826e664a1a" /><Relationship Type="http://schemas.openxmlformats.org/officeDocument/2006/relationships/slide" Target="/ppt/slides/slide9.xml" Id="Rfffb09216dae48bd" /><Relationship Type="http://schemas.openxmlformats.org/officeDocument/2006/relationships/slide" Target="/ppt/slides/slide10.xml" Id="R8c29c98b40d944bb" /><Relationship Type="http://schemas.openxmlformats.org/officeDocument/2006/relationships/slide" Target="/ppt/slides/slide11.xml" Id="R0345d1c2de6b44e5" /><Relationship Type="http://schemas.openxmlformats.org/officeDocument/2006/relationships/slide" Target="/ppt/slides/slide12.xml" Id="Ra7f7167be7424aba" /><Relationship Type="http://schemas.openxmlformats.org/officeDocument/2006/relationships/slide" Target="/ppt/slides/slide13.xml" Id="R8660d2e9864b4b47" /><Relationship Type="http://schemas.openxmlformats.org/officeDocument/2006/relationships/slide" Target="/ppt/slides/slide14.xml" Id="R82012b8490d14192" /><Relationship Type="http://schemas.openxmlformats.org/officeDocument/2006/relationships/slide" Target="/ppt/slides/slide15.xml" Id="R605ae0ef46c54c97" /><Relationship Type="http://schemas.openxmlformats.org/officeDocument/2006/relationships/slide" Target="/ppt/slides/slide16.xml" Id="R63d25cc556e24b14" /><Relationship Type="http://schemas.openxmlformats.org/officeDocument/2006/relationships/slide" Target="/ppt/slides/slide17.xml" Id="R6a1e6d92a3944e22" /><Relationship Type="http://schemas.openxmlformats.org/officeDocument/2006/relationships/slide" Target="/ppt/slides/slide18.xml" Id="Rc7573fff30aa45c3" /><Relationship Type="http://schemas.openxmlformats.org/officeDocument/2006/relationships/slide" Target="/ppt/slides/slide19.xml" Id="Re1edeedaf81a49e2" /><Relationship Type="http://schemas.openxmlformats.org/officeDocument/2006/relationships/slide" Target="/ppt/slides/slide20.xml" Id="Rade9a5eb7f4942c4" /><Relationship Type="http://schemas.openxmlformats.org/officeDocument/2006/relationships/slide" Target="/ppt/slides/slide21.xml" Id="R3fb24299a1a84a30" /><Relationship Type="http://schemas.openxmlformats.org/officeDocument/2006/relationships/slide" Target="/ppt/slides/slide22.xml" Id="R35e8b0c8f6f84c31" /><Relationship Type="http://schemas.openxmlformats.org/officeDocument/2006/relationships/slide" Target="/ppt/slides/slide23.xml" Id="Rd7dccef9f6054889" /><Relationship Type="http://schemas.openxmlformats.org/officeDocument/2006/relationships/slide" Target="/ppt/slides/slide24.xml" Id="R5e8375c7ea744bcb" /><Relationship Type="http://schemas.openxmlformats.org/officeDocument/2006/relationships/slide" Target="/ppt/slides/slide25.xml" Id="Re228abf70f744f8f" /><Relationship Type="http://schemas.openxmlformats.org/officeDocument/2006/relationships/slide" Target="/ppt/slides/slide26.xml" Id="Rd7bd94120bd74967" /><Relationship Type="http://schemas.openxmlformats.org/officeDocument/2006/relationships/slide" Target="/ppt/slides/slide27.xml" Id="Ra6449f3176914e67" /><Relationship Type="http://schemas.openxmlformats.org/officeDocument/2006/relationships/slide" Target="/ppt/slides/slide28.xml" Id="R76990faf95a047a5" /><Relationship Type="http://schemas.openxmlformats.org/officeDocument/2006/relationships/slide" Target="/ppt/slides/slide29.xml" Id="R04376a76ef6a4709" /><Relationship Type="http://schemas.openxmlformats.org/officeDocument/2006/relationships/slide" Target="/ppt/slides/slide30.xml" Id="Rcec1fcaf826d4f71" /><Relationship Type="http://schemas.openxmlformats.org/officeDocument/2006/relationships/slide" Target="/ppt/slides/slide31.xml" Id="R15fa16bdc9264e09" /><Relationship Type="http://schemas.openxmlformats.org/officeDocument/2006/relationships/slide" Target="/ppt/slides/slide32.xml" Id="R06a551541c604f3d" /><Relationship Type="http://schemas.openxmlformats.org/officeDocument/2006/relationships/slide" Target="/ppt/slides/slide33.xml" Id="R1ed508f03efd4e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0fa422e26542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1a0ac3474d4ad5" /><Relationship Type="http://schemas.openxmlformats.org/officeDocument/2006/relationships/notesMaster" Target="/ppt/notesMasters/notesMaster1.xml" Id="R21278f5be69940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261a1ff0c445dd" /><Relationship Type="http://schemas.openxmlformats.org/officeDocument/2006/relationships/notesMaster" Target="/ppt/notesMasters/notesMaster1.xml" Id="Rdd48006b3bb64c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e7820099434fef" /><Relationship Type="http://schemas.openxmlformats.org/officeDocument/2006/relationships/notesMaster" Target="/ppt/notesMasters/notesMaster1.xml" Id="Rb7b77fa5ec994c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9e8b80ed5345eb" /><Relationship Type="http://schemas.openxmlformats.org/officeDocument/2006/relationships/notesMaster" Target="/ppt/notesMasters/notesMaster1.xml" Id="R035e66b5c57049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a2060cbb5943dc" /><Relationship Type="http://schemas.openxmlformats.org/officeDocument/2006/relationships/notesMaster" Target="/ppt/notesMasters/notesMaster1.xml" Id="R0195379f52c541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95eb6c675e4c43" /><Relationship Type="http://schemas.openxmlformats.org/officeDocument/2006/relationships/notesMaster" Target="/ppt/notesMasters/notesMaster1.xml" Id="R2df486bdb6ff4c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87939e8a014391" /><Relationship Type="http://schemas.openxmlformats.org/officeDocument/2006/relationships/notesMaster" Target="/ppt/notesMasters/notesMaster1.xml" Id="R23d5a21a47eb4f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5a78c8c25e4fc2" /><Relationship Type="http://schemas.openxmlformats.org/officeDocument/2006/relationships/notesMaster" Target="/ppt/notesMasters/notesMaster1.xml" Id="R8d2e9eecd2314a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04b16dfe2e4602" /><Relationship Type="http://schemas.openxmlformats.org/officeDocument/2006/relationships/notesMaster" Target="/ppt/notesMasters/notesMaster1.xml" Id="R4d6915f32da04a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063505a8b443a5" /><Relationship Type="http://schemas.openxmlformats.org/officeDocument/2006/relationships/notesMaster" Target="/ppt/notesMasters/notesMaster1.xml" Id="R011092ff084045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1683773398457c" /><Relationship Type="http://schemas.openxmlformats.org/officeDocument/2006/relationships/notesMaster" Target="/ppt/notesMasters/notesMaster1.xml" Id="Rf3c624d07ae342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d5d346ae864d9e" /><Relationship Type="http://schemas.openxmlformats.org/officeDocument/2006/relationships/notesMaster" Target="/ppt/notesMasters/notesMaster1.xml" Id="Ra9794499bcbc45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f42609889a4885" /><Relationship Type="http://schemas.openxmlformats.org/officeDocument/2006/relationships/notesMaster" Target="/ppt/notesMasters/notesMaster1.xml" Id="R0c1ae50654d041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d9e7bbe5d34ec3" /><Relationship Type="http://schemas.openxmlformats.org/officeDocument/2006/relationships/notesMaster" Target="/ppt/notesMasters/notesMaster1.xml" Id="Ra3fe50adc2764c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b32c733fb040af" /><Relationship Type="http://schemas.openxmlformats.org/officeDocument/2006/relationships/notesMaster" Target="/ppt/notesMasters/notesMaster1.xml" Id="R7a13b1d1703746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1db6463d124756" /><Relationship Type="http://schemas.openxmlformats.org/officeDocument/2006/relationships/notesMaster" Target="/ppt/notesMasters/notesMaster1.xml" Id="Rc80756ce31ef4a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240d567a1a47f8" /><Relationship Type="http://schemas.openxmlformats.org/officeDocument/2006/relationships/notesMaster" Target="/ppt/notesMasters/notesMaster1.xml" Id="Re7bd66ff56e54c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67f55f11d34234" /><Relationship Type="http://schemas.openxmlformats.org/officeDocument/2006/relationships/notesMaster" Target="/ppt/notesMasters/notesMaster1.xml" Id="Rc3c6f40656d040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eaacf3098546b2" /><Relationship Type="http://schemas.openxmlformats.org/officeDocument/2006/relationships/notesMaster" Target="/ppt/notesMasters/notesMaster1.xml" Id="Ra3a40599c84640d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c30b58ceac48fd" /><Relationship Type="http://schemas.openxmlformats.org/officeDocument/2006/relationships/notesMaster" Target="/ppt/notesMasters/notesMaster1.xml" Id="R29e5ebc6439d4d3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e38cfbf38e44ef8" /><Relationship Type="http://schemas.openxmlformats.org/officeDocument/2006/relationships/notesMaster" Target="/ppt/notesMasters/notesMaster1.xml" Id="Ra574e0d85b0149e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dd114d84150407d" /><Relationship Type="http://schemas.openxmlformats.org/officeDocument/2006/relationships/notesMaster" Target="/ppt/notesMasters/notesMaster1.xml" Id="Rd9be00f6883c451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c3672f8e9a4efa" /><Relationship Type="http://schemas.openxmlformats.org/officeDocument/2006/relationships/notesMaster" Target="/ppt/notesMasters/notesMaster1.xml" Id="R6c0b33c3fa0947d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5e925c4760145b9" /><Relationship Type="http://schemas.openxmlformats.org/officeDocument/2006/relationships/notesMaster" Target="/ppt/notesMasters/notesMaster1.xml" Id="R8f382679a76149f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ce5f63e14234b45" /><Relationship Type="http://schemas.openxmlformats.org/officeDocument/2006/relationships/notesMaster" Target="/ppt/notesMasters/notesMaster1.xml" Id="Re75158404ab64e8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3fde430add84b2a" /><Relationship Type="http://schemas.openxmlformats.org/officeDocument/2006/relationships/notesMaster" Target="/ppt/notesMasters/notesMaster1.xml" Id="R0fd41fbc9d654c6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d8e4df99f22404a" /><Relationship Type="http://schemas.openxmlformats.org/officeDocument/2006/relationships/notesMaster" Target="/ppt/notesMasters/notesMaster1.xml" Id="Rb3a5cb73f52642c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3b51a00d88d484a" /><Relationship Type="http://schemas.openxmlformats.org/officeDocument/2006/relationships/notesMaster" Target="/ppt/notesMasters/notesMaster1.xml" Id="R3eb038e3029742a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553a0c743524ac6" /><Relationship Type="http://schemas.openxmlformats.org/officeDocument/2006/relationships/notesMaster" Target="/ppt/notesMasters/notesMaster1.xml" Id="R0ddc00ccec4e41b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780a2c0af244e42" /><Relationship Type="http://schemas.openxmlformats.org/officeDocument/2006/relationships/notesMaster" Target="/ppt/notesMasters/notesMaster1.xml" Id="R381fd0d736034ef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c07bc4c06b149ed" /><Relationship Type="http://schemas.openxmlformats.org/officeDocument/2006/relationships/notesMaster" Target="/ppt/notesMasters/notesMaster1.xml" Id="Rdbe834d9947a42a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fc78c858574491a" /><Relationship Type="http://schemas.openxmlformats.org/officeDocument/2006/relationships/notesMaster" Target="/ppt/notesMasters/notesMaster1.xml" Id="R7bd53537d726421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469bc0d22cb47c3" /><Relationship Type="http://schemas.openxmlformats.org/officeDocument/2006/relationships/notesMaster" Target="/ppt/notesMasters/notesMaster1.xml" Id="Rb8950ddb820e46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流程：從 Q 取出完整抵達時間最小的有效 label，以最後 contact 的接收端查找下一跳，逐一檢查所有可用格點起始時間，再進行時間、容量、sender/receiver buffer 與 dominance 檢查。新 label 通過才加入 Q。每個 label 分別處理，不把整個實體節點永久標記完成。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集中式規劃是研究假設。中央保存 contact plan、剩餘可分配資料量 R_c 與前包 buffer 占用 O_v(t)。搜尋單包時固定這些輸入，各候選只是互斥方案。找到並驗證整條路徑後才更新全域資源。控制指令及回報延遲尚未建模。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Label 維持本 PPT 的 (c, A, s, pred)。Label 下標只識別 Label，不代表 contact 編號。Q 使用 min-priority queue，以完整抵達時間 A 為主鍵，同時間以建立順序為次鍵。同值規則只求可重現，不宣稱有利於後續 bundles。c₀ 為初始化使用的虛擬 contact。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本例有 X,A,B,C,D 五個節點，八個 contacts。每包 4 MB，速率均為 4 MB/s，因此傳輸時間是 1 秒；傳播延遲另計。所有節點 buffer=4 MB，時間格點 1 秒，horizon=12 秒。第一包 X到D，g=0；第二包 A到D，g=1。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 的基本資料為 ID、sender、receiver、start、end、rate。OWLT 是傳播延遲資料，本研究記為 δ_c。R_c 是中央維護的剩餘可分配資料量，既有輸入為(4,4,4,8,4,4,2,4)MB。c7 的理論 volume=4MB，但本例指定可分配量2MB，其減少原因未建模，不應說是第一包使用c7造成。Contact end 是 sender 發送截止，arrival 可以在 end 之後。NASA HDTN 也在JSON內附owlt，與ION將range分開的方式不同。資料參考：https://ccsds.org/Pubs/734x3b1.pdf；https://ntrs.nasa.gov/api/citations/20230015434/downloads/TM-20230000826_REV2_2.pdf。數值來源：output/validation/walkthrough_input.json。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第一包 L0=(c0,0,無,空)。c1 起送2，完成3，δ=0，到B的A=3，L1=(c1,3,2,L0)。X等待0到2期間持有4MB，2到3逐byte釋放；B在2到3逐byte接收。此時尚未扣除R。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由L1使用c2：s=6、發送完成7、δ=1、D在7到8接收、A=8。使用c5：s=10、完成11、δ=1、A=12。兩個候選先入Q，仍未提交資源。終點取出的最早有效label為L2。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搜尋中的候選互為替代方案，不互相預約。完整路徑接受後，才一併更新剩餘容量與逐 byte Buffer 占用，並新增同一 contact 的發送時段預約。c2 最後 byte 在 7 秒送出，整包在 8 秒抵達 D，發送預約不延長至 8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第二包L0=(c0,1,無,空)。c3在1到2傳送、δ=0，建立L1=(c3,2,1,L0)。只通過到達前綴檢查，並未保證B能等待到任意未來時間。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c4窗口7到9、傳輸時間1秒、Δ=1秒，可列舉s=7或8。L2=(c4,8,7,L0)，L3=(c4,9,8,L0)。不同發送時間的候選不能一開始就只取最早值，因接收期間及之後等待可能受前包buffer影響。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插在原第10頁之後、原c4枚舉頁之前。本例沿用原PPT第二包的c4，不修改contact或bundle參數。輸入contact c4由A到B，發送開放7到9秒，速率4MB/s，傳播延遲0。本包4MB，來源完整可用時間為1秒，枚舉間隔Δ=1秒，B上限4MB。O_B(t)由已接受第一包的完整排程取得：2到3秒接收0升至4MB，3到6秒維持4MB，6到7秒逐byte釋放，7秒之後0。圖中所有時間從0開始。這是中央排程的既有預約資料，不是在搜尋時預測未知的背景流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傳輸時間4/4=1秒。完整接收後轉送，來源在1秒已可用，故s≥max(1,7)=7；最晚起送9−1=8。Δ=1，候選為7、8。s=9無法在contact結束前完整送出，故不是候選，不需要先建立Label。圖上的7到9為發送contact時窗，不是buffer可用時間。上方文字簡述，下方長條對齊同一個從0開始的時間軸。沒有刪除整個contact，只篩選其內可行開始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張圖都從0秒開始。橘線為前包既有占用；藍線只畫本包接收過程，不把未知的後續等待畫成已可行。s=7時，δ=0，7到8秒本包從0增至4MB；s=8時，8到9秒從0增至4MB。B在兩段接收期間的既有占用都是0，故總占用等於本包接收量，0到4MB，全段不超過4。綠色標記僅表示接收檢查通過。不要把此頁理解成7秒以前所有時間不可接收：在前包釋放時也可能部分接收，但c4本身7秒才開放，故本例不探索6秒。完整接收後的等待，要有下一跳開始時間才能檢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接收端篩選輸出{7,8}。這個集合是候選起送時間集合，不是Label集合，也不是節點Q。候選各自通過剩餘容量、發送預約、傳送端等待／釋放與已設定期限後，才建立Label。若其餘檢查通過，s=7得到(c4,8,7,L0)，s=8得到(c4,9,8,L0)。Label編號由建立順序指定，不能由contact編號推出。本頁不重定義支配規則；支配檢查仍在生成可行Label之後。接收可行不保證下一跳等待可行，也不保證整條路徑成功。圖解只是呈現上一輪討論的候選篩選流程，仍可用原時間枚舉實作，不宣稱省去枚舉或已獲得效能改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 與 8 是 Δ=1 秒下的候選開始時間，不是連續時間僅有兩種選擇。每個 s 都需獨立檢查時窗、剩餘容量、同 contact 發送預約、傳送端等待與逐 byte 釋放、接收端逐 byte 占用。某個 s 失敗仍繼續枚舉後面的 s。本例第一包未使用 c4，兩個候選都沒有既有發送時段衝突。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這頁保留 PPT 既有 L2/L3 的例子，沒有把早到直接當成一般支配規則。兩者相同前驅與 incoming contact，L2 在 B 可持有 S=4 MB 從 8 秒等到 9 秒，並接續本例的 c5。不同前綴之間如何比較、加入發送時段預約後的一般替代性，以及允許哪些路徑，仍待正式定義與證明。本次不採用程式中的額外路徑用量條件來取代 PPT。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 的示意順序為 L1(A=2)、L4(A=3)、L2(A=8)。L4 比 L2 晚建立，但更早抵達，因此先處理。實作可用 min-heap，不必每次把整個 Q 重新排序。同值先建立者優先。被支配而失效的項目若仍留在 heap，取出時跳過，但保留 pred 回溯紀錄。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取出L1後嘗試c2；第一包已把R_c2扣為0，本包4MB，因此容量條件失敗。圖解是同一次展開的分段展示，不在尚未檢查完L1時真的取出下一個label。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仍在展開L1。嘗試c5需要B從2秒持有本包到10秒。第一包在3到6秒占4MB，合计可達8MB，違反M_B=4MB。整段等待必須檢查，不能只看抵達時刻。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取出L4，c7可分配資料量2MB小於S=4MB，容量不符。此2MB是案例給定的初始R，不是速率，也不是由窗口長度計算的全部volume。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同一次L4展開，c8容量通過，但A=3，最早起送3；c8 end=3，完整傳輸需要1秒，故最晚起送2。可用發送集合為空。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取出L2，receiver為B，A=8。c2的R仍然0，拒絕；仍需嘗試其他outgoing contacts。這表現同節點可保留多個labels的必要性。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L2經c5：s=10、完成11、δ=1、A=12，產生L5=(c5,12,10,L2)。B在8到10持有4MB，10到11逐byte釋放；D在11到12接收。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 pred 由 L5 回溯到 L2、L0，還原 c4 發送[7,8)、c5發送[10,11)。檢查完整路徑後，扣 R[c4]、R[c5]，累加各節點逐 byte Buffer 曲線，並提交這兩個 contact 的發送時段。候選搜尋階段不提交。加入新檢查後本例沒有新增時段衝突，圖中路徑可作示範，不以此宣稱一般正確性已證明。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包在B的占用分別為2到7與7到11，總峰值4MB。最後R=(0,0,4,4,0,4,2,4)MB。這個案例沒有鏈路時間衝突，不表示aggregate容量模型一般就能保證無衝突。研究正確性僅沿用現行有限格點與已列假設下的條件式論證，不宣稱連續時間或多包聯合最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維持原本時間枚舉。對當前 Label 的完整抵達時間 A，s≥max(A,start(c))。f=s+S/r(c)≤end(c)，完整抵達時間為 f+δ(c)。若 T 是指定期限，還需抵達≤T。傳送端檢查從 A 到 s 的整包等待以及 s 到 f 的逐 byte 釋放，接收端檢查 s+δ 到 f+δ 的逐 byte 接收。接收完成後到下一跳的等待，在下一次延伸時檢查。時段預約在此採同 contact 一次傳送一包的候選模型，不延伸宣稱不同 contacts 共用天線的互斥已處理。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本頁為新增示例，不改動原 PPT 的 c4 開放時間。示例 contact 開放7到10秒，第一包已預約[7,8)，第二包需要1秒。Δ=1時，s=7衝突，s=8與s=9不衝突，但仍需其餘可行性檢查。半開區間允許前包在8秒發送結束，後包同一時刻起送。對每個預約[sj,fj)，不重疊條件為 f≤sj 或 s≥fj。只預約發送時間，傳播延遲另影響接收時間與接收端Buffer。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此頁列出討論中的保守候選，不代表已採用新的 dominance 演算法。相同前驅、相同 contact、不同開始時間的情況先以 PPT 例子說明。等待條件為在兩個抵達時間之間，既有占用加上整包S始終不超過Buffer上限。加入發送時段表後，一般後續可替代性仍需依允許路徑與預約語意論證。未用route_usage或U作為新增正式Label欄位。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測試通過與一般證明分開記錄。時間枚舉的保證只對明確指定的Δ與時間範圍成立，不能外推連續時間。若比對找到同模型錯誤，保留反例、停止效能比較並提出候選修正，不為了通過測試直接更改演算法。本次只修改PPT，不修改程式、網頁或既有研究基準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節為接收端起送時間篩選的候選定義。c是contact識別，與Label編號無關。s是嘗試的開始時間，S是資料量，大小寫不可混用。A(L)是目前Label所記錄的完整抵達時間，A節點名稱與A(L)時間意義不同。採本PPT的完整接收後轉送與每個contact固定速率假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′是目前這次候選延伸的完整抵達時間，若建立新Label，其A欄位就記錄a′，不是額外一種抵達時間。t不是Label編號，也不是固定取樣點。O_B包含所有已接受前包的預約曲線，候選路徑互不累加。每次查詢期間已接受預約保持不變。Δ只控制候選起送時間，Buffer條件仍需對整段接收期間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個byte抵達h=s+δ_c，最後byte抵達a′=s+S/r_c+δ_c。接收期間本包占用r_c(t−h)，從0線性上升至S。要求O_B(t)+r_c(t−h)≤M_B在閉區間[h,a′]全程成立，包含完整接收後、交付前的峰值。這裡只檢查接收，不代表收完後可一直等待。分段線性占用可在所有相關折點與必要的跳躍兩側檢查，不能只挑一個中點。例子使用c4，s=7、S=4、r_c=4、δ_c=0，則h=7、a′=8。7.5秒新包占用2MB，前包在B占用0，總占用2≤4MB。此單點只是說明算式，全段7到8秒均須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義ReceiverFeasibleStarts(L,c)：給定本包大小S、接收端既有占用O_B、Buffer上限M_B與格點Δ，產生所有s∈ΔZ，且s≥max(A(L),start(c))、s+S/r_c≤end(c)，並滿足接收端整段占用條件的時間。這個輸出不檢查剩餘contact容量、同contact發送預約、傳送端等待與釋放、抵達期限；它們仍由後續必要檢查處理。若c4=[7,9)、S=4、r=4、δ=0、Δ=1、來源在7秒前已完整收到、B在7到9秒既有占用為0，輸出{7,8}。這只表示這一跳能接收，不證明完整路徑可行。接收完成後的等待在下一跳檢查。初版可以沿用逐格枚舉來實作這個函式，並未證明減少枚舉或提高效率。未變更Label欄位或正式支配規則，尚未實作或做正確性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dd18663fd4d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69f02e1084a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d25a7d2d143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fbbd4d1f342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67f7b4de64b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b2b46666b4ca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bd1a9f23148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64995b7c8418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a7e99ecd84b7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3c78de8454eb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881dccc484be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889beb61e42d6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1E17CB1-9435-41DF-82BB-EBE1924938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33155AB-ECC4-4CB3-BF8A-893BABB874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00D94CAE-DCE3-48FB-A997-859733C91E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1324E7-CD82-47F0-8CC2-0F0A06A4A2EC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92F43941-8EB1-4187-83BE-D8ABB90812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987B219-6AEA-4BA8-8156-6C1F123A4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AADF516-9F4E-4E4C-92BD-1729E5A9AC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3580DB40-74D7-4B89-8FCB-5AC492301E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EF24556-A827-4E86-9219-D3657EC02B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D220CB07-8D76-45C8-B823-9B0C603CA5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8E56A76A-34A6-45AB-B621-E82D19180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6A7B8F0-048C-4A93-8975-1B1B36798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C627E21-C2D9-4132-8BEC-38F2F15F35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34E2EC14-8140-4ABB-8108-131B9462D3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B40E66-209C-4213-9A20-59D40D678283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E55DD071-4CA6-4DEB-B5D9-8AA4B1866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66ABFE10-ED91-40FB-8305-7B6C125143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2D9E51-6359-4255-B60A-539E2E4D7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102497E-E12B-4757-BE39-DE36964D5D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EEB9E700-D46F-41AA-9B07-4D7359B6697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AA103239-40F4-48E6-A385-EC0BFCC84B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148EBB-1F18-485D-BD9E-D20407AB1BF6}" type="datetime11">
              <a:t>07:16:30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6CBF9251-9BED-4996-AE9C-5DD38E3CD2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E6607526-40E0-46EA-AFBE-854EE2171A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E07FE15-FD05-4DE0-8404-D42E72011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376FB4E-56B6-4D68-A3B8-58BFC6A924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6B07415C-80DE-4F77-BFD2-52ABB574FB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DB547701-8215-43DE-B7B7-401322A835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FEE8E636-F393-470A-9840-FC82F2D83CC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B13719B0-E439-4F10-878A-74858F6BE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062AFBD-0203-4D65-9C04-86FEE3D9CE83}" type="datetime11">
              <a:t>07:16:30</a:t>
            </a:fld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82037E58-115C-47B8-AFB5-74C255EC67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1B7303D6-44E0-420C-BA71-C9B6D3A11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1B37EA7-2E24-434D-B3D7-217E54E2F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556FE757-70C0-4D1B-84F2-7884EF9C8E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5AC675-AFB0-4FBC-B915-74DEFB9CBE4B}" type="datetime11">
              <a:t>07:16:30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28D2C89A-C339-4FFA-BF94-10DCE11894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1304B679-7543-4BBC-ADFF-DC36462ACD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DF65CFB0-D7FF-4A0E-BE40-12AD981138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1315D7-5735-4528-B834-89994B44A776}" type="datetime11">
              <a:t>07:16:30</a:t>
            </a:fld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1B5EDC65-E733-4DFA-B875-E7E3B6D058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9D3D81AC-8F66-4CA3-B3A8-F05A43D70F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C6F7296-5C65-4814-8ADE-5B1F309E2D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F4933B9-EB6E-41FF-BA9F-1ED249F965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201B082-3E49-4A50-9580-5864B143F4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E587D37B-ED61-4FE1-8485-9DD49D19FB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2402E6-AE8B-49E6-BE80-2E0BDDC25217}" type="datetime11">
              <a:t>07:16:30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906CAC0A-AB69-4732-BB4E-8B13B04862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A93F33B9-5448-47F6-82BC-7FE04A5204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908B78D-C03A-4470-94C0-8B7170BF8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B893DC8-701B-4758-ADB7-CC80CCBE22A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EBCF15F-4849-4782-9AEE-0C1EC5C8AE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FEF147C2-0717-47EA-A315-AE5CD6C13E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2402E6-AE8B-49E6-BE80-2E0BDDC25217}" type="datetime11">
              <a:t>07:16:30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5047B99-EB23-4EC5-B2E7-78B0D89C61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255FF7D4-0920-40E5-ABF6-E67CA5474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CD6AF44-41C0-4192-8DF8-BB3D41342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3BEA3CCE-8088-484E-AD86-6D144DB2D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ABD34116-9287-4371-84BC-FD6D97FCD1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FBA2A-C9A7-4DA3-A2F5-C6C9A42FA02F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3AC95EF-96F5-4BC7-A115-B424D1B4D6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157EAE0F-F82A-4FA1-A50E-B7FB5BE431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C6A94BBF-BEFC-481B-9438-527EF1307D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15B7249-6406-48E7-B715-6CCD73AA01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6CB53C38-D2B6-4857-AD30-A57D67D671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A113C5-34CF-4DAF-B1DA-2ECBB53B6A8B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809DEB2D-D732-4E9A-BA07-2C037AB0C8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D7FD0F2-6911-46A0-B68F-D57125AEC4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68D6766-A8FB-2A02-7198-2CA7A9607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5D27BBDD-A1CA-387B-6DEB-16C7701BB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07:16:30</a:t>
            </a:fld>
            <a:endParaRPr/>
          </a:p>
        </p:txBody>
      </p:sp>
      <p:sp>
        <p:nvSpPr>
          <p:cNvPr id="8" name="投影片編號版面配置區 7">
            <a:extLst xmlns:a="http://schemas.openxmlformats.org/drawingml/2006/main">
              <a:ext uri="{FF2B5EF4-FFF2-40B4-BE49-F238E27FC236}">
                <a16:creationId xmlns:a16="http://schemas.microsoft.com/office/drawing/2014/main" id="{0EA2DEFD-54B0-E4E9-0321-39AB92DCA5A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006502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3C0FB76-26A3-0E2A-0D5E-554A7101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7ede0b834a4661" /><Relationship Type="http://schemas.openxmlformats.org/officeDocument/2006/relationships/slideLayout" Target="/ppt/slideLayouts/slideLayout1.xml" Id="Rdd6796508a68405f" /><Relationship Type="http://schemas.openxmlformats.org/officeDocument/2006/relationships/slideLayout" Target="/ppt/slideLayouts/slideLayout2.xml" Id="R251cc9a9b0ff4a82" /><Relationship Type="http://schemas.openxmlformats.org/officeDocument/2006/relationships/slideLayout" Target="/ppt/slideLayouts/slideLayout3.xml" Id="R25f49a17a24d411b" /><Relationship Type="http://schemas.openxmlformats.org/officeDocument/2006/relationships/slideLayout" Target="/ppt/slideLayouts/slideLayout4.xml" Id="R63919f2c9fff448b" /><Relationship Type="http://schemas.openxmlformats.org/officeDocument/2006/relationships/slideLayout" Target="/ppt/slideLayouts/slideLayout5.xml" Id="Rc965d92a30954d57" /><Relationship Type="http://schemas.openxmlformats.org/officeDocument/2006/relationships/slideLayout" Target="/ppt/slideLayouts/slideLayout6.xml" Id="R7ea19fd862bb4a53" /><Relationship Type="http://schemas.openxmlformats.org/officeDocument/2006/relationships/slideLayout" Target="/ppt/slideLayouts/slideLayout7.xml" Id="R9dde6c94f5cd41cd" /><Relationship Type="http://schemas.openxmlformats.org/officeDocument/2006/relationships/slideLayout" Target="/ppt/slideLayouts/slideLayout8.xml" Id="R5631e1326b0242ad" /><Relationship Type="http://schemas.openxmlformats.org/officeDocument/2006/relationships/slideLayout" Target="/ppt/slideLayouts/slideLayout9.xml" Id="Re355780e448a4fd8" /><Relationship Type="http://schemas.openxmlformats.org/officeDocument/2006/relationships/slideLayout" Target="/ppt/slideLayouts/slideLayout10.xml" Id="Rb048922da8fc4e79" /><Relationship Type="http://schemas.openxmlformats.org/officeDocument/2006/relationships/slideLayout" Target="/ppt/slideLayouts/slideLayout11.xml" Id="R917d67335ffe4b51" /><Relationship Type="http://schemas.openxmlformats.org/officeDocument/2006/relationships/slideLayout" Target="/ppt/slideLayouts/slideLayout12.xml" Id="R23e6ebc126d34e8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48D016A4-ABFB-4F58-A123-2AFB67460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12EBC1E-4899-4D02-942B-DB610249A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6DA795A-1FC5-4DC0-B4FF-1A4571CCCEE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52402E6-AE8B-49E6-BE80-2E0BDDC25217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153DEDF-26CC-481C-861F-FFD318218C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E1FE2B4-9A84-42DF-9FC9-64E3A777FB0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6796508a68405f"/>
    <p:sldLayoutId xmlns:r="http://schemas.openxmlformats.org/officeDocument/2006/relationships" id="2147483650" r:id="R251cc9a9b0ff4a82"/>
    <p:sldLayoutId xmlns:r="http://schemas.openxmlformats.org/officeDocument/2006/relationships" id="2147483651" r:id="R25f49a17a24d411b"/>
    <p:sldLayoutId xmlns:r="http://schemas.openxmlformats.org/officeDocument/2006/relationships" id="2147483652" r:id="R63919f2c9fff448b"/>
    <p:sldLayoutId xmlns:r="http://schemas.openxmlformats.org/officeDocument/2006/relationships" id="2147483653" r:id="Rc965d92a30954d57"/>
    <p:sldLayoutId xmlns:r="http://schemas.openxmlformats.org/officeDocument/2006/relationships" id="2147483654" r:id="R7ea19fd862bb4a53"/>
    <p:sldLayoutId xmlns:r="http://schemas.openxmlformats.org/officeDocument/2006/relationships" id="2147483655" r:id="R9dde6c94f5cd41cd"/>
    <p:sldLayoutId xmlns:r="http://schemas.openxmlformats.org/officeDocument/2006/relationships" id="2147483656" r:id="R5631e1326b0242ad"/>
    <p:sldLayoutId xmlns:r="http://schemas.openxmlformats.org/officeDocument/2006/relationships" id="2147483657" r:id="Re355780e448a4fd8"/>
    <p:sldLayoutId xmlns:r="http://schemas.openxmlformats.org/officeDocument/2006/relationships" id="2147483658" r:id="Rb048922da8fc4e79"/>
    <p:sldLayoutId xmlns:r="http://schemas.openxmlformats.org/officeDocument/2006/relationships" id="2147483659" r:id="R917d67335ffe4b51"/>
    <p:sldLayoutId xmlns:r="http://schemas.openxmlformats.org/officeDocument/2006/relationships" id="2147483660" r:id="R23e6ebc126d34e8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82dd051dfb4a6b" /><Relationship Type="http://schemas.openxmlformats.org/officeDocument/2006/relationships/notesSlide" Target="/ppt/notesSlides/notesSlide1.xml" Id="Rf91697e4dc4643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a110bfe33e4573" /><Relationship Type="http://schemas.openxmlformats.org/officeDocument/2006/relationships/notesSlide" Target="/ppt/notesSlides/notesSlide2.xml" Id="Ra603587125a643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29d3a9b04b48fa" /><Relationship Type="http://schemas.openxmlformats.org/officeDocument/2006/relationships/notesSlide" Target="/ppt/notesSlides/notesSlide3.xml" Id="Rbfc95cebe5214a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bf4f239f174c73" /><Relationship Type="http://schemas.openxmlformats.org/officeDocument/2006/relationships/notesSlide" Target="/ppt/notesSlides/notesSlide4.xml" Id="R61d2ee973b7a4a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6d73117e404dba" /><Relationship Type="http://schemas.openxmlformats.org/officeDocument/2006/relationships/notesSlide" Target="/ppt/notesSlides/notesSlide5.xml" Id="R398c8538d27940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c686be1e6649ab" /><Relationship Type="http://schemas.openxmlformats.org/officeDocument/2006/relationships/notesSlide" Target="/ppt/notesSlides/notesSlide6.xml" Id="R634a1e3b6beb4f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844b340cf04007" /><Relationship Type="http://schemas.openxmlformats.org/officeDocument/2006/relationships/notesSlide" Target="/ppt/notesSlides/notesSlide7.xml" Id="Raafb5a44520240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cff152954d4cde" /><Relationship Type="http://schemas.openxmlformats.org/officeDocument/2006/relationships/notesSlide" Target="/ppt/notesSlides/notesSlide8.xml" Id="R48de21e0b2cb40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07742569b14830" /><Relationship Type="http://schemas.openxmlformats.org/officeDocument/2006/relationships/notesSlide" Target="/ppt/notesSlides/notesSlide9.xml" Id="R55f9a6e3699a4f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67bef346bd443e" /><Relationship Type="http://schemas.openxmlformats.org/officeDocument/2006/relationships/notesSlide" Target="/ppt/notesSlides/notesSlide10.xml" Id="R52d2f0db306d49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cc413f6eb4806" /><Relationship Type="http://schemas.openxmlformats.org/officeDocument/2006/relationships/notesSlide" Target="/ppt/notesSlides/notesSlide11.xml" Id="Rf9463a50e25f4d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711f223374d37" /><Relationship Type="http://schemas.openxmlformats.org/officeDocument/2006/relationships/notesSlide" Target="/ppt/notesSlides/notesSlide12.xml" Id="R760d0b505c824f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89751aac540cb" /><Relationship Type="http://schemas.openxmlformats.org/officeDocument/2006/relationships/notesSlide" Target="/ppt/notesSlides/notesSlide13.xml" Id="R219cd197000d4e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70bf3667d4dc3" /><Relationship Type="http://schemas.openxmlformats.org/officeDocument/2006/relationships/notesSlide" Target="/ppt/notesSlides/notesSlide14.xml" Id="R2342d725e06845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8cda0a90b547ba" /><Relationship Type="http://schemas.openxmlformats.org/officeDocument/2006/relationships/notesSlide" Target="/ppt/notesSlides/notesSlide15.xml" Id="R618fb246becb46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b3002765ca44c3" /><Relationship Type="http://schemas.openxmlformats.org/officeDocument/2006/relationships/notesSlide" Target="/ppt/notesSlides/notesSlide16.xml" Id="Rfce02005a25141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f830969c2f4308" /><Relationship Type="http://schemas.openxmlformats.org/officeDocument/2006/relationships/notesSlide" Target="/ppt/notesSlides/notesSlide17.xml" Id="R7498dc987bf041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2be898fd3b48f2" /><Relationship Type="http://schemas.openxmlformats.org/officeDocument/2006/relationships/notesSlide" Target="/ppt/notesSlides/notesSlide18.xml" Id="Rcb69c567b36a44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bbfadf49ba428d" /><Relationship Type="http://schemas.openxmlformats.org/officeDocument/2006/relationships/image" Target="/ppt/media/image.png" Id="R85401961dd9d4b88" /><Relationship Type="http://schemas.openxmlformats.org/officeDocument/2006/relationships/notesSlide" Target="/ppt/notesSlides/notesSlide19.xml" Id="Re777376a820a429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9401ae9bc74e1c" /><Relationship Type="http://schemas.openxmlformats.org/officeDocument/2006/relationships/notesSlide" Target="/ppt/notesSlides/notesSlide20.xml" Id="Rdb0045491bd641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f741e9ea2a427a" /><Relationship Type="http://schemas.openxmlformats.org/officeDocument/2006/relationships/notesSlide" Target="/ppt/notesSlides/notesSlide21.xml" Id="Rca462e474c6d42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6791eea29c44f0" /><Relationship Type="http://schemas.openxmlformats.org/officeDocument/2006/relationships/notesSlide" Target="/ppt/notesSlides/notesSlide22.xml" Id="Ra10b42ce9e9b4d9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a1fb2864cf4a42" /><Relationship Type="http://schemas.openxmlformats.org/officeDocument/2006/relationships/notesSlide" Target="/ppt/notesSlides/notesSlide23.xml" Id="Rabbf61e8a3d440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4f8e1461e84334" /><Relationship Type="http://schemas.openxmlformats.org/officeDocument/2006/relationships/notesSlide" Target="/ppt/notesSlides/notesSlide24.xml" Id="R8f87db2c8b9d421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1799b105bd48c8" /><Relationship Type="http://schemas.openxmlformats.org/officeDocument/2006/relationships/notesSlide" Target="/ppt/notesSlides/notesSlide25.xml" Id="Re704852e1b4d4bc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b878b4c7f49e7" /><Relationship Type="http://schemas.openxmlformats.org/officeDocument/2006/relationships/notesSlide" Target="/ppt/notesSlides/notesSlide26.xml" Id="Rac295c6cf70f40d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0c4997f1143b0" /><Relationship Type="http://schemas.openxmlformats.org/officeDocument/2006/relationships/notesSlide" Target="/ppt/notesSlides/notesSlide27.xml" Id="Ra522a84bfba242d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d3ff8e6b54780" /><Relationship Type="http://schemas.openxmlformats.org/officeDocument/2006/relationships/notesSlide" Target="/ppt/notesSlides/notesSlide28.xml" Id="R04972fc9aa5e42f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b6f3c42004a33" /><Relationship Type="http://schemas.openxmlformats.org/officeDocument/2006/relationships/notesSlide" Target="/ppt/notesSlides/notesSlide29.xml" Id="Rf707593f8eb44e0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641ba8b3040ed" /><Relationship Type="http://schemas.openxmlformats.org/officeDocument/2006/relationships/notesSlide" Target="/ppt/notesSlides/notesSlide30.xml" Id="Rbb9f4c8c83c7488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4c25a56eb4569" /><Relationship Type="http://schemas.openxmlformats.org/officeDocument/2006/relationships/notesSlide" Target="/ppt/notesSlides/notesSlide31.xml" Id="R8c6614bea6ff475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6c3153f914608" /><Relationship Type="http://schemas.openxmlformats.org/officeDocument/2006/relationships/notesSlide" Target="/ppt/notesSlides/notesSlide32.xml" Id="R061f77c9675f477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8fe0704704daf" /><Relationship Type="http://schemas.openxmlformats.org/officeDocument/2006/relationships/notesSlide" Target="/ppt/notesSlides/notesSlide33.xml" Id="R940861bff6a24c7e" /></Relationships>
</file>

<file path=ppt/slides/slide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83E05F-EA45-4C56-8F9B-FF298EC639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B8B8B"/>
                </a:solidFill>
                <a:latin typeface="DFKai-SB"/>
                <a:ea typeface="DFKai-SB"/>
                <a:cs typeface="DFKai-SB"/>
              </a:defRPr>
            </a:pPr>
            <a:fld id="{AD75FED6-38D0-DE9C-92C0-6E7FA635581C}" type="slidenum">
              <a:rPr sz="1200">
                <a:solidFill>
                  <a:srgbClr val="8B8B8B"/>
                </a:solidFill>
                <a:latin typeface="DFKai-SB"/>
                <a:ea typeface="DFKai-SB"/>
                <a:cs typeface="DFKai-SB"/>
              </a:rPr>
              <a:t>1</a:t>
            </a:fld>
            <a:endParaRPr/>
          </a:p>
        </p:txBody>
      </p:sp>
      <p:sp>
        <p:nvSpPr>
          <p:cNvPr id="9" name="圖解：一個標籤如何往下走">
            <a:extLst xmlns:a="http://schemas.openxmlformats.org/drawingml/2006/main">
              <a:ext uri="{FF2B5EF4-FFF2-40B4-BE49-F238E27FC236}">
                <a16:creationId xmlns:a16="http://schemas.microsoft.com/office/drawing/2014/main" id="{F31A8B3B-3C30-4ED4-9EAB-61E9E11A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圖解：一個標籤如何往下走</a:t>
            </a:r>
          </a:p>
        </p:txBody>
      </p:sp>
      <p:sp>
        <p:nvSpPr>
          <p:cNvPr id="10" name="1">
            <a:extLst xmlns:a="http://schemas.openxmlformats.org/drawingml/2006/main">
              <a:ext uri="{FF2B5EF4-FFF2-40B4-BE49-F238E27FC236}">
                <a16:creationId xmlns:a16="http://schemas.microsoft.com/office/drawing/2014/main" id="{0DC76B0D-7DB0-4AA4-9CD6-17E3518E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11" name="每一頁只追蹤一個動作；圖上的 Q 是尚待處理的標籤。">
            <a:extLst xmlns:a="http://schemas.openxmlformats.org/drawingml/2006/main">
              <a:ext uri="{FF2B5EF4-FFF2-40B4-BE49-F238E27FC236}">
                <a16:creationId xmlns:a16="http://schemas.microsoft.com/office/drawing/2014/main" id="{91596793-96AD-4397-A4D0-52B1A367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每個開始時間分別檢查，通過後建立 Label，再做支配判斷。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311FB93-AA58-47E4-AB47-208E7C69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3" name="取出標籤&#10;(v, a, U)">
            <a:extLst xmlns:a="http://schemas.openxmlformats.org/drawingml/2006/main">
              <a:ext uri="{FF2B5EF4-FFF2-40B4-BE49-F238E27FC236}">
                <a16:creationId xmlns:a16="http://schemas.microsoft.com/office/drawing/2014/main" id="{6C022025-675B-4202-9121-8CFE6DC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885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</a:t>
            </a: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</a:t>
            </a:r>
            <a:endParaRPr sz="172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(c, A, s, </a:t>
            </a: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pred</a:t>
            </a: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)</a:t>
            </a:r>
          </a:p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82D4B455-6F52-4C03-86C6-2218D42F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428625" cy="9525"/>
          </a:xfrm>
          <a:custGeom xmlns:a="http://schemas.openxmlformats.org/drawingml/2006/main">
            <a:rect l="0" t="0" r="0" b="0"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D246C2F-CED6-460B-8CE1-14232E08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535" y="23355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16F3D81-E4F6-4C77-BE28-05E7EFA0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7" name="選 contact&#10;列舉時刻 s">
            <a:extLst xmlns:a="http://schemas.openxmlformats.org/drawingml/2006/main">
              <a:ext uri="{FF2B5EF4-FFF2-40B4-BE49-F238E27FC236}">
                <a16:creationId xmlns:a16="http://schemas.microsoft.com/office/drawing/2014/main" id="{395F660B-E541-4A6D-856C-1C987A5A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1981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選下一個 contact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列舉發送時間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C97B7C34-A44E-49B4-B138-8A8E5676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428625" cy="9525"/>
          </a:xfrm>
          <a:custGeom xmlns:a="http://schemas.openxmlformats.org/drawingml/2006/main">
            <a:rect l="0" t="0" r="0" b="0"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AF480E53-9AF4-4E47-AA05-138AC50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85" y="23355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B9AE198-53CE-4B80-A5C0-A0DC48E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2143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21" name="時間、容量&#10;Buffer 檢查">
            <a:extLst xmlns:a="http://schemas.openxmlformats.org/drawingml/2006/main">
              <a:ext uri="{FF2B5EF4-FFF2-40B4-BE49-F238E27FC236}">
                <a16:creationId xmlns:a16="http://schemas.microsoft.com/office/drawing/2014/main" id="{926D4498-FE29-4832-AB01-F5BBBAA6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時間、容量、時段</a:t>
            </a:r>
          </a:p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Buffer 檢查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41298D1-1FD3-47FE-95D5-BCBFF4F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476250" cy="9525"/>
          </a:xfrm>
          <a:custGeom xmlns:a="http://schemas.openxmlformats.org/drawingml/2006/main">
            <a:rect l="0" t="0" r="0" b="0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653DDAE-920E-47CF-A56F-B637D16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85" y="23355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7C494FB-F83B-4278-9E65-213DA2C1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25" name="支配判斷&#10;保留或刪除">
            <a:extLst xmlns:a="http://schemas.openxmlformats.org/drawingml/2006/main">
              <a:ext uri="{FF2B5EF4-FFF2-40B4-BE49-F238E27FC236}">
                <a16:creationId xmlns:a16="http://schemas.microsoft.com/office/drawing/2014/main" id="{2CDF9EA3-1822-4984-9C12-4CF63534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81200"/>
            <a:ext cx="2266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支配判斷</a:t>
            </a:r>
          </a:p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保留或刪除</a:t>
            </a:r>
          </a:p>
        </p:txBody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2208F013-1ED0-4727-8E78-566E0603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33700"/>
            <a:ext cx="9525" cy="781050"/>
          </a:xfrm>
          <a:custGeom xmlns:a="http://schemas.openxmlformats.org/drawingml/2006/main">
            <a:rect l="0" t="0" r="0" b="0"/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85A172C9-F7D5-4D9E-9949-4C8DCD7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835" y="363116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DFBB73B-2B08-43ED-97F4-79559B14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81425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29" name="失敗：拒絕這次延伸">
            <a:extLst xmlns:a="http://schemas.openxmlformats.org/drawingml/2006/main">
              <a:ext uri="{FF2B5EF4-FFF2-40B4-BE49-F238E27FC236}">
                <a16:creationId xmlns:a16="http://schemas.microsoft.com/office/drawing/2014/main" id="{5E8B123F-9D0A-4633-9230-52D51050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8576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失敗：拒絕這次延伸</a:t>
            </a:r>
          </a:p>
        </p:txBody>
      </p:sp>
      <p:sp>
        <p:nvSpPr>
          <p:cNvPr id="30" name="手繪多邊形: 圖案 29">
            <a:extLst xmlns:a="http://schemas.openxmlformats.org/drawingml/2006/main">
              <a:ext uri="{FF2B5EF4-FFF2-40B4-BE49-F238E27FC236}">
                <a16:creationId xmlns:a16="http://schemas.microsoft.com/office/drawing/2014/main" id="{D6A90AF7-7D38-4E55-985F-B238771A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33700"/>
            <a:ext cx="9525" cy="781050"/>
          </a:xfrm>
          <a:custGeom xmlns:a="http://schemas.openxmlformats.org/drawingml/2006/main">
            <a:rect l="0" t="0" r="0" b="0"/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1" name="手繪多邊形: 圖案 30">
            <a:extLst xmlns:a="http://schemas.openxmlformats.org/drawingml/2006/main">
              <a:ext uri="{FF2B5EF4-FFF2-40B4-BE49-F238E27FC236}">
                <a16:creationId xmlns:a16="http://schemas.microsoft.com/office/drawing/2014/main" id="{26F6A6E8-2DA9-4BE9-98C4-B96B6F8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60" y="363116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4E9AEFA-1A17-4F38-80AE-82613886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33" name="通過：加入 Q">
            <a:extLst xmlns:a="http://schemas.openxmlformats.org/drawingml/2006/main">
              <a:ext uri="{FF2B5EF4-FFF2-40B4-BE49-F238E27FC236}">
                <a16:creationId xmlns:a16="http://schemas.microsoft.com/office/drawing/2014/main" id="{4F8B1EFC-7731-4F36-8DFF-E5273EA3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57625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通過：加入 Q</a:t>
            </a:r>
          </a:p>
        </p:txBody>
      </p:sp>
      <p:sp>
        <p:nvSpPr>
          <p:cNvPr id="34" name="藍：嘗試　綠：保留　紅叉：拒絕　橘：前包占用">
            <a:extLst xmlns:a="http://schemas.openxmlformats.org/drawingml/2006/main">
              <a:ext uri="{FF2B5EF4-FFF2-40B4-BE49-F238E27FC236}">
                <a16:creationId xmlns:a16="http://schemas.microsoft.com/office/drawing/2014/main" id="{909D12FE-D4F0-48BF-A3AC-AEE067E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藍：嘗試　綠：保留　紅叉：拒絕　橘：前包占用</a:t>
            </a:r>
          </a:p>
        </p:txBody>
      </p:sp>
    </p:spTree>
    <p:extLst>
      <p:ext uri="{BB962C8B-B14F-4D97-AF65-F5344CB8AC3E}">
        <p14:creationId xmlns:p14="http://schemas.microsoft.com/office/powerpoint/2010/main" val="430370556"/>
      </p:ext>
    </p:extLst>
  </p:cSld>
</p:sld>
</file>

<file path=ppt/slides/slide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研究環境：中央規劃、節點執行">
            <a:extLst xmlns:a="http://schemas.openxmlformats.org/drawingml/2006/main">
              <a:ext uri="{FF2B5EF4-FFF2-40B4-BE49-F238E27FC236}">
                <a16:creationId xmlns:a16="http://schemas.microsoft.com/office/drawing/2014/main" id="{308292AE-209E-4794-B944-EC1196A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研究環境：中央規劃、節點執行</a:t>
            </a:r>
          </a:p>
        </p:txBody>
      </p:sp>
      <p:sp>
        <p:nvSpPr>
          <p:cNvPr id="2" name="已知 contact 與 bundle 請求">
            <a:extLst xmlns:a="http://schemas.openxmlformats.org/drawingml/2006/main">
              <a:ext uri="{FF2B5EF4-FFF2-40B4-BE49-F238E27FC236}">
                <a16:creationId xmlns:a16="http://schemas.microsoft.com/office/drawing/2014/main" id="{71E00FA5-11A7-475E-AB16-9AEB791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938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已知 contact 與 bundle 請求</a:t>
            </a:r>
          </a:p>
        </p:txBody>
      </p:sp>
      <p:sp>
        <p:nvSpPr>
          <p:cNvPr id="3" name="Contact plan&#10;Bundle requests">
            <a:extLst xmlns:a="http://schemas.openxmlformats.org/drawingml/2006/main">
              <a:ext uri="{FF2B5EF4-FFF2-40B4-BE49-F238E27FC236}">
                <a16:creationId xmlns:a16="http://schemas.microsoft.com/office/drawing/2014/main" id="{4018ED57-C30D-47C8-B46D-4A5E09C9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FB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</a:t>
            </a:r>
          </a:p>
          <a:p xmlns:a="http://schemas.openxmlformats.org/drawingml/2006/main">
            <a:pPr algn="ctr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Bundle requests</a:t>
            </a:r>
          </a:p>
        </p:txBody>
      </p:sp>
      <p:sp>
        <p:nvSpPr>
          <p:cNvPr id="4" name="箭號: 向右 3">
            <a:extLst xmlns:a="http://schemas.openxmlformats.org/drawingml/2006/main">
              <a:ext uri="{FF2B5EF4-FFF2-40B4-BE49-F238E27FC236}">
                <a16:creationId xmlns:a16="http://schemas.microsoft.com/office/drawing/2014/main" id="{843D8F22-289F-45CE-B81C-9D7D87E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5" name="中央規劃器&#10;路由計算&#10;傳送排程&#10;資源預約">
            <a:extLst xmlns:a="http://schemas.openxmlformats.org/drawingml/2006/main">
              <a:ext uri="{FF2B5EF4-FFF2-40B4-BE49-F238E27FC236}">
                <a16:creationId xmlns:a16="http://schemas.microsoft.com/office/drawing/2014/main" id="{55333FD0-D79E-4CB9-A3B6-DF8A754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2857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中央規劃器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路由計算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傳送排程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資源預約</a:t>
            </a:r>
          </a:p>
        </p:txBody>
      </p:sp>
      <p:sp>
        <p:nvSpPr>
          <p:cNvPr id="6" name="箭號: 向右 5">
            <a:extLst xmlns:a="http://schemas.openxmlformats.org/drawingml/2006/main">
              <a:ext uri="{FF2B5EF4-FFF2-40B4-BE49-F238E27FC236}">
                <a16:creationId xmlns:a16="http://schemas.microsoft.com/office/drawing/2014/main" id="{4D7DC20F-712E-41E3-8F21-8F1A8F9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7" name="相關節點&#10;保存 bundle&#10;依局部排程轉送">
            <a:extLst xmlns:a="http://schemas.openxmlformats.org/drawingml/2006/main">
              <a:ext uri="{FF2B5EF4-FFF2-40B4-BE49-F238E27FC236}">
                <a16:creationId xmlns:a16="http://schemas.microsoft.com/office/drawing/2014/main" id="{4C92C1CA-FA74-4ED4-8D66-0EC0119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71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相關節點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保存 bundle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依局部排程轉送</a:t>
            </a:r>
          </a:p>
        </p:txBody>
      </p:sp>
      <p:sp>
        <p:nvSpPr>
          <p:cNvPr id="8" name="中央端維護全域 R_c 與 O_v(t)">
            <a:extLst xmlns:a="http://schemas.openxmlformats.org/drawingml/2006/main">
              <a:ext uri="{FF2B5EF4-FFF2-40B4-BE49-F238E27FC236}">
                <a16:creationId xmlns:a16="http://schemas.microsoft.com/office/drawing/2014/main" id="{1784BB67-F4D4-41E3-8397-C042E20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66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中央維護剩餘容量、Buffer 占用及 contact 已預約發送時段</a:t>
            </a:r>
          </a:p>
        </p:txBody>
      </p:sp>
      <p:sp>
        <p:nvSpPr>
          <p:cNvPr id="9" name="節點只取得與自己相關的 contact 與傳送指令">
            <a:extLst xmlns:a="http://schemas.openxmlformats.org/drawingml/2006/main">
              <a:ext uri="{FF2B5EF4-FFF2-40B4-BE49-F238E27FC236}">
                <a16:creationId xmlns:a16="http://schemas.microsoft.com/office/drawing/2014/main" id="{F630D0B1-C416-42C5-B73E-12A7042A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41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7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節點只取得與自己相關的 contact 與傳送指令</a:t>
            </a:r>
          </a:p>
        </p:txBody>
      </p:sp>
      <p:sp>
        <p:nvSpPr>
          <p:cNvPr id="10" name="A 路徑接受後更新資源狀態，再以更新後的狀態替 B 搜尋">
            <a:extLst xmlns:a="http://schemas.openxmlformats.org/drawingml/2006/main">
              <a:ext uri="{FF2B5EF4-FFF2-40B4-BE49-F238E27FC236}">
                <a16:creationId xmlns:a16="http://schemas.microsoft.com/office/drawing/2014/main" id="{9F170DDF-EE00-41E5-AA86-7D32C96A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A 路徑接受後更新資源狀態，再以更新後的狀態替 B 搜尋</a:t>
            </a:r>
          </a:p>
        </p:txBody>
      </p:sp>
      <p:sp>
        <p:nvSpPr>
          <p:cNvPr id="11" name="takeaway-2">
            <a:extLst xmlns:a="http://schemas.openxmlformats.org/drawingml/2006/main">
              <a:ext uri="{FF2B5EF4-FFF2-40B4-BE49-F238E27FC236}">
                <a16:creationId xmlns:a16="http://schemas.microsoft.com/office/drawing/2014/main" id="{6E2176B1-EB19-4825-A60C-8602A8E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全域決策集中在中央端，節點負責實際 store-and-forward。</a:t>
            </a:r>
          </a:p>
        </p:txBody>
      </p:sp>
      <p:sp>
        <p:nvSpPr>
          <p:cNvPr id="12" name="page-2">
            <a:extLst xmlns:a="http://schemas.openxmlformats.org/drawingml/2006/main">
              <a:ext uri="{FF2B5EF4-FFF2-40B4-BE49-F238E27FC236}">
                <a16:creationId xmlns:a16="http://schemas.microsoft.com/office/drawing/2014/main" id="{99B76C91-3DEF-403D-B104-512F3DC1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16" b="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116" b="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156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Q 與 U 的讀法">
            <a:extLst xmlns:a="http://schemas.openxmlformats.org/drawingml/2006/main">
              <a:ext uri="{FF2B5EF4-FFF2-40B4-BE49-F238E27FC236}">
                <a16:creationId xmlns:a16="http://schemas.microsoft.com/office/drawing/2014/main" id="{D83F66B3-B118-4816-9BB7-3ADD3355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 與 Q 的定義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736A1F7F-F151-498B-80AA-FE093C8D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16" b="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116" b="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81EDD45-2D9A-43BF-BAFB-3337E60B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0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 = (c, A, s, </a:t>
            </a:r>
            <a:r>
              <a:rPr sz="30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pred</a:t>
            </a:r>
            <a:r>
              <a:rPr sz="30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)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60F4612-DC4D-4385-AF9B-5755557A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860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72F6AB1-587A-4F66-8E15-213CE49A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8600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最後使用的 contact；目前節點為它的接收端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CC2F8EF-D37B-4568-9A5D-12F4A3A7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2A98481-1DD9-4690-B17D-038222C0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28925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整包通過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c 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後，完整抵達接收端的時間</a:t>
            </a:r>
            <a:endParaRPr sz="2025">
              <a:solidFill>
                <a:srgbClr val="222222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EBF5AB7-E04E-4680-A799-B6477E98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ADBF53A-2D07-488A-90D3-8F486846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7185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在 c 上實際開始傳送的時間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215C3AE-CD68-4EB5-8D0F-3361B7F1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14775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pred</a:t>
            </a:r>
            <a:endParaRPr sz="217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FE53101-8872-4397-B3CE-684DE9BF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14775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前一個 label，供路徑與各跳時間回溯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1410748-4E68-40F0-BFE3-97A4676A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例：L₂ = (c4, 8, 7, L₀)，表示 7 秒起送、8 秒到 B。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E8AEC30-0018-4B76-A477-DCD64AF2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Q：依 A 取出最小者，同值先建立者優先。L₀ = (c₀, g, —, ∅)。</a:t>
            </a:r>
          </a:p>
        </p:txBody>
      </p:sp>
    </p:spTree>
    <p:extLst>
      <p:ext uri="{BB962C8B-B14F-4D97-AF65-F5344CB8AC3E}">
        <p14:creationId xmlns:p14="http://schemas.microsoft.com/office/powerpoint/2010/main" val="14653088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01　固定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602DEEAD-E03D-4BB2-8F1D-AB6CEE9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01　固定拓樸與兩包需求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F5E7430-061E-49BC-AF48-28979F1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" name="第一包 X→D（g=0）；第二包 A→D（g=1），依序搜尋。">
            <a:extLst xmlns:a="http://schemas.openxmlformats.org/drawingml/2006/main">
              <a:ext uri="{FF2B5EF4-FFF2-40B4-BE49-F238E27FC236}">
                <a16:creationId xmlns:a16="http://schemas.microsoft.com/office/drawing/2014/main" id="{A5089E99-7D7E-4252-809C-6540D4CD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X→D（g=0）；第二包 A→D（g=1），依序搜尋。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4DE8418-0F7A-473F-B958-E454010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8A28333E-E2FD-4CF5-BF64-108ACAD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54A8A1FA-5773-453D-BF2F-DFC67FD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7FD40991-B9A5-4DE1-8B24-3F24F28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0FF8C88-9454-4A41-8BB0-1BE1253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87AAC9D-62A9-464E-B615-17BD7A3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0477C3-983F-4FFA-8289-D40C069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511CF7A-D71F-4222-92B1-5286719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D169E63-0171-4ECF-841A-11EA75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3D22028A-9DD3-4637-9EAC-E27C303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34BC241D-AD5F-416D-B6BE-C9CFAD6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799C8918-F5CF-49AB-A8F2-0A3D51D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4E9C0532-254F-407B-9839-621F88E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9F7C9EA5-DC05-4937-964F-492C709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9DCE848D-7A2A-4E5D-87B5-3EF5E8A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29A811A-7539-40AF-B21C-407CA2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0B826FC-7AD0-46CF-955E-E6D5E4B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4414ADB-5FF1-42DE-B235-06F2921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907A84FA-5FAF-4563-AFD9-18AF7B9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60BCB64-B080-497D-A723-343B157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4EDA848D-48DF-4D1C-9BE6-DFF9427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0392B5-3C06-409E-8E29-A463AD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938E34ED-8189-461D-9AA3-85A7AAF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E5232AF-D5DB-487D-9C62-893C9A4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66AB41DA-8AC2-4EF5-A9EB-A442DD1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E721DD1-5010-4236-9CAA-7AFC1AA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CCDC8254-D0A6-495C-ACF3-14259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B47C1FC-1962-433B-AECE-70739C5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26D69C99-67A6-4B66-ABA8-14F52BE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68FC993-B72B-4127-B78F-CFB444A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51A120D-2E8F-4F0B-979D-400C00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045BE838-A8D8-4A69-A8C0-607304B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873373A-0A19-45F1-9EB3-3D0BC8B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972CEF04-4EF9-4E2F-991B-01B6935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每包 4 MB，傳一跳需要 1 秒">
            <a:extLst xmlns:a="http://schemas.openxmlformats.org/drawingml/2006/main">
              <a:ext uri="{FF2B5EF4-FFF2-40B4-BE49-F238E27FC236}">
                <a16:creationId xmlns:a16="http://schemas.microsoft.com/office/drawing/2014/main" id="{26EA6261-363E-456D-8F27-66682FE6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每包 S=4 MB，傳輸時間 S/r=1 秒</a:t>
            </a:r>
          </a:p>
        </p:txBody>
      </p:sp>
      <p:sp>
        <p:nvSpPr>
          <p:cNvPr id="39" name="c1">
            <a:extLst xmlns:a="http://schemas.openxmlformats.org/drawingml/2006/main">
              <a:ext uri="{FF2B5EF4-FFF2-40B4-BE49-F238E27FC236}">
                <a16:creationId xmlns:a16="http://schemas.microsoft.com/office/drawing/2014/main" id="{847C6BBF-7995-4E99-9516-37E4465C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5C975B19-BCD0-4135-8353-F6D73F3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E9CE22D-AB6D-44B3-ADB1-2853ED0F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193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c2">
            <a:extLst xmlns:a="http://schemas.openxmlformats.org/drawingml/2006/main">
              <a:ext uri="{FF2B5EF4-FFF2-40B4-BE49-F238E27FC236}">
                <a16:creationId xmlns:a16="http://schemas.microsoft.com/office/drawing/2014/main" id="{B169E802-7099-415D-8196-211BAB5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574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001400B1-A55C-4167-8642-470F486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479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845A860E-47D3-49E4-89F1-D56FD757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c3">
            <a:extLst xmlns:a="http://schemas.openxmlformats.org/drawingml/2006/main">
              <a:ext uri="{FF2B5EF4-FFF2-40B4-BE49-F238E27FC236}">
                <a16:creationId xmlns:a16="http://schemas.microsoft.com/office/drawing/2014/main" id="{637DE918-99FD-486F-A110-90E5564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81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71F0F901-4E6E-4BEE-990C-004C11B6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717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74957B4-BFDB-4E84-9FD1-57C83843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26670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8" name="c4">
            <a:extLst xmlns:a="http://schemas.openxmlformats.org/drawingml/2006/main">
              <a:ext uri="{FF2B5EF4-FFF2-40B4-BE49-F238E27FC236}">
                <a16:creationId xmlns:a16="http://schemas.microsoft.com/office/drawing/2014/main" id="{D17CCA23-D8ED-4BF6-9DFC-D4FD1B8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F497A64F-A4FE-401F-8150-0D86D4B8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0089B36-0EDB-44AE-B2E9-C8BB77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2990850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1" name="c5">
            <a:extLst xmlns:a="http://schemas.openxmlformats.org/drawingml/2006/main">
              <a:ext uri="{FF2B5EF4-FFF2-40B4-BE49-F238E27FC236}">
                <a16:creationId xmlns:a16="http://schemas.microsoft.com/office/drawing/2014/main" id="{DE908516-2E1E-48DC-A2E7-3EA4A13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289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662E9DAD-8665-49CC-B8DC-CA393F55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9865CEE-FCD1-4892-A45B-4B5C320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3147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4" name="c6">
            <a:extLst xmlns:a="http://schemas.openxmlformats.org/drawingml/2006/main">
              <a:ext uri="{FF2B5EF4-FFF2-40B4-BE49-F238E27FC236}">
                <a16:creationId xmlns:a16="http://schemas.microsoft.com/office/drawing/2014/main" id="{6184F47E-188B-49FC-BC18-551A94F6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528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BFF7C9AC-EC8F-4230-BF85-BC673E3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2C1945C8-CBD6-4455-B223-6682C92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36385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7" name="c7">
            <a:extLst xmlns:a="http://schemas.openxmlformats.org/drawingml/2006/main">
              <a:ext uri="{FF2B5EF4-FFF2-40B4-BE49-F238E27FC236}">
                <a16:creationId xmlns:a16="http://schemas.microsoft.com/office/drawing/2014/main" id="{4F579B05-AEFD-4D56-BC20-B65845A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28B81DAE-05CE-4668-BC05-81DBB724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19EA17D-F585-40BA-97C6-488407F4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624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0" name="c8">
            <a:extLst xmlns:a="http://schemas.openxmlformats.org/drawingml/2006/main">
              <a:ext uri="{FF2B5EF4-FFF2-40B4-BE49-F238E27FC236}">
                <a16:creationId xmlns:a16="http://schemas.microsoft.com/office/drawing/2014/main" id="{D4240DD7-4022-40AD-B590-51B72DF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005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61" name="手繪多邊形: 圖案 60">
            <a:extLst xmlns:a="http://schemas.openxmlformats.org/drawingml/2006/main">
              <a:ext uri="{FF2B5EF4-FFF2-40B4-BE49-F238E27FC236}">
                <a16:creationId xmlns:a16="http://schemas.microsoft.com/office/drawing/2014/main" id="{4E394CAD-F639-4086-B72A-A93FAB1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910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392D6BBA-0A53-4B51-9EF5-6503956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2862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3" name="手繪多邊形: 圖案 62">
            <a:extLst xmlns:a="http://schemas.openxmlformats.org/drawingml/2006/main">
              <a:ext uri="{FF2B5EF4-FFF2-40B4-BE49-F238E27FC236}">
                <a16:creationId xmlns:a16="http://schemas.microsoft.com/office/drawing/2014/main" id="{32367D96-4027-4F3F-B9DD-2104242E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7CDDB5DE-76B2-4E4D-B4C6-CDFD76F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5" name="0">
            <a:extLst xmlns:a="http://schemas.openxmlformats.org/drawingml/2006/main">
              <a:ext uri="{FF2B5EF4-FFF2-40B4-BE49-F238E27FC236}">
                <a16:creationId xmlns:a16="http://schemas.microsoft.com/office/drawing/2014/main" id="{ED640A71-1935-4705-8289-8AAFAF2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F47279B9-1BCF-4941-B9CD-607D18B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7" name="2">
            <a:extLst xmlns:a="http://schemas.openxmlformats.org/drawingml/2006/main">
              <a:ext uri="{FF2B5EF4-FFF2-40B4-BE49-F238E27FC236}">
                <a16:creationId xmlns:a16="http://schemas.microsoft.com/office/drawing/2014/main" id="{ECF85465-622E-4E41-AB9C-D218F2F2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68" name="手繪多邊形: 圖案 67">
            <a:extLst xmlns:a="http://schemas.openxmlformats.org/drawingml/2006/main">
              <a:ext uri="{FF2B5EF4-FFF2-40B4-BE49-F238E27FC236}">
                <a16:creationId xmlns:a16="http://schemas.microsoft.com/office/drawing/2014/main" id="{78CD899B-A380-49E8-BE02-5F24AA1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9" name="4">
            <a:extLst xmlns:a="http://schemas.openxmlformats.org/drawingml/2006/main">
              <a:ext uri="{FF2B5EF4-FFF2-40B4-BE49-F238E27FC236}">
                <a16:creationId xmlns:a16="http://schemas.microsoft.com/office/drawing/2014/main" id="{C4B11492-8BC0-4722-850F-D3F0F4E7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70" name="手繪多邊形: 圖案 69">
            <a:extLst xmlns:a="http://schemas.openxmlformats.org/drawingml/2006/main">
              <a:ext uri="{FF2B5EF4-FFF2-40B4-BE49-F238E27FC236}">
                <a16:creationId xmlns:a16="http://schemas.microsoft.com/office/drawing/2014/main" id="{6AEB21D0-4663-497A-90F5-8EE462F2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1" name="6">
            <a:extLst xmlns:a="http://schemas.openxmlformats.org/drawingml/2006/main">
              <a:ext uri="{FF2B5EF4-FFF2-40B4-BE49-F238E27FC236}">
                <a16:creationId xmlns:a16="http://schemas.microsoft.com/office/drawing/2014/main" id="{2526FED1-379B-4849-8D57-5CB8AE70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72" name="手繪多邊形: 圖案 71">
            <a:extLst xmlns:a="http://schemas.openxmlformats.org/drawingml/2006/main">
              <a:ext uri="{FF2B5EF4-FFF2-40B4-BE49-F238E27FC236}">
                <a16:creationId xmlns:a16="http://schemas.microsoft.com/office/drawing/2014/main" id="{9FA0FFD8-25A5-48C9-90FC-1CF9910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3" name="8">
            <a:extLst xmlns:a="http://schemas.openxmlformats.org/drawingml/2006/main">
              <a:ext uri="{FF2B5EF4-FFF2-40B4-BE49-F238E27FC236}">
                <a16:creationId xmlns:a16="http://schemas.microsoft.com/office/drawing/2014/main" id="{931E9CF4-C16C-4B9F-A505-7EC88F0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74" name="手繪多邊形: 圖案 73">
            <a:extLst xmlns:a="http://schemas.openxmlformats.org/drawingml/2006/main">
              <a:ext uri="{FF2B5EF4-FFF2-40B4-BE49-F238E27FC236}">
                <a16:creationId xmlns:a16="http://schemas.microsoft.com/office/drawing/2014/main" id="{1BA7EBA1-A99F-4E8D-8874-0BC53CE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5" name="10">
            <a:extLst xmlns:a="http://schemas.openxmlformats.org/drawingml/2006/main">
              <a:ext uri="{FF2B5EF4-FFF2-40B4-BE49-F238E27FC236}">
                <a16:creationId xmlns:a16="http://schemas.microsoft.com/office/drawing/2014/main" id="{3A00D3CF-D95C-42E5-A2B6-782B44F0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76" name="手繪多邊形: 圖案 75">
            <a:extLst xmlns:a="http://schemas.openxmlformats.org/drawingml/2006/main">
              <a:ext uri="{FF2B5EF4-FFF2-40B4-BE49-F238E27FC236}">
                <a16:creationId xmlns:a16="http://schemas.microsoft.com/office/drawing/2014/main" id="{F878F253-70FB-4FB6-910D-01E0EDE7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7" name="12">
            <a:extLst xmlns:a="http://schemas.openxmlformats.org/drawingml/2006/main">
              <a:ext uri="{FF2B5EF4-FFF2-40B4-BE49-F238E27FC236}">
                <a16:creationId xmlns:a16="http://schemas.microsoft.com/office/drawing/2014/main" id="{90C301B0-DA42-42B9-A722-C6B6C7F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78" name="秒">
            <a:extLst xmlns:a="http://schemas.openxmlformats.org/drawingml/2006/main">
              <a:ext uri="{FF2B5EF4-FFF2-40B4-BE49-F238E27FC236}">
                <a16:creationId xmlns:a16="http://schemas.microsoft.com/office/drawing/2014/main" id="{9A231F98-18F6-44B2-9DD1-F21DB98A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714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79" name="各節點 buffer 上限 4 MB">
            <a:extLst xmlns:a="http://schemas.openxmlformats.org/drawingml/2006/main">
              <a:ext uri="{FF2B5EF4-FFF2-40B4-BE49-F238E27FC236}">
                <a16:creationId xmlns:a16="http://schemas.microsoft.com/office/drawing/2014/main" id="{13D3261A-29FA-48E6-ADCB-BAA849D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各節點 buffer 上限 4 MB</a:t>
            </a:r>
          </a:p>
        </p:txBody>
      </p:sp>
      <p:sp>
        <p:nvSpPr>
          <p:cNvPr id="81" name="c1">
            <a:extLst xmlns:a="http://schemas.openxmlformats.org/drawingml/2006/main">
              <a:ext uri="{FF2B5EF4-FFF2-40B4-BE49-F238E27FC236}">
                <a16:creationId xmlns:a16="http://schemas.microsoft.com/office/drawing/2014/main" id="{E8B70119-AFD0-4F92-BC69-28ABBE2F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82" name="c1">
            <a:extLst xmlns:a="http://schemas.openxmlformats.org/drawingml/2006/main">
              <a:ext uri="{FF2B5EF4-FFF2-40B4-BE49-F238E27FC236}">
                <a16:creationId xmlns:a16="http://schemas.microsoft.com/office/drawing/2014/main" id="{E8A6AE67-4070-48E3-883C-12F9A7D1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83" name="c1">
            <a:extLst xmlns:a="http://schemas.openxmlformats.org/drawingml/2006/main">
              <a:ext uri="{FF2B5EF4-FFF2-40B4-BE49-F238E27FC236}">
                <a16:creationId xmlns:a16="http://schemas.microsoft.com/office/drawing/2014/main" id="{6235B4E9-469C-4540-945E-27A0922B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4" name="c1">
            <a:extLst xmlns:a="http://schemas.openxmlformats.org/drawingml/2006/main">
              <a:ext uri="{FF2B5EF4-FFF2-40B4-BE49-F238E27FC236}">
                <a16:creationId xmlns:a16="http://schemas.microsoft.com/office/drawing/2014/main" id="{748155E2-80C6-487C-938C-A3AD119E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85" name="c1">
            <a:extLst xmlns:a="http://schemas.openxmlformats.org/drawingml/2006/main">
              <a:ext uri="{FF2B5EF4-FFF2-40B4-BE49-F238E27FC236}">
                <a16:creationId xmlns:a16="http://schemas.microsoft.com/office/drawing/2014/main" id="{C21272F0-DC72-49EE-8F78-C547EBA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86" name="c1">
            <a:extLst xmlns:a="http://schemas.openxmlformats.org/drawingml/2006/main">
              <a:ext uri="{FF2B5EF4-FFF2-40B4-BE49-F238E27FC236}">
                <a16:creationId xmlns:a16="http://schemas.microsoft.com/office/drawing/2014/main" id="{179B7D1C-C8DC-4DA8-975A-E819292A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7" name="c1">
            <a:extLst xmlns:a="http://schemas.openxmlformats.org/drawingml/2006/main">
              <a:ext uri="{FF2B5EF4-FFF2-40B4-BE49-F238E27FC236}">
                <a16:creationId xmlns:a16="http://schemas.microsoft.com/office/drawing/2014/main" id="{1AF742B6-3441-4CB6-B65A-174A5BDA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88" name="c1">
            <a:extLst xmlns:a="http://schemas.openxmlformats.org/drawingml/2006/main">
              <a:ext uri="{FF2B5EF4-FFF2-40B4-BE49-F238E27FC236}">
                <a16:creationId xmlns:a16="http://schemas.microsoft.com/office/drawing/2014/main" id="{2015797B-B264-4CA6-98D6-26CFE0C8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</p:spTree>
    <p:extLst>
      <p:ext uri="{BB962C8B-B14F-4D97-AF65-F5344CB8AC3E}">
        <p14:creationId xmlns:p14="http://schemas.microsoft.com/office/powerpoint/2010/main" val="4224337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01　固定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602DEEAD-E03D-4BB2-8F1D-AB6CEE9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 與資源狀態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F5E7430-061E-49BC-AF48-28979F1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4DE8418-0F7A-473F-B958-E454010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8A28333E-E2FD-4CF5-BF64-108ACAD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54A8A1FA-5773-453D-BF2F-DFC67FD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7FD40991-B9A5-4DE1-8B24-3F24F28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0FF8C88-9454-4A41-8BB0-1BE1253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87AAC9D-62A9-464E-B615-17BD7A3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0477C3-983F-4FFA-8289-D40C069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511CF7A-D71F-4222-92B1-5286719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D169E63-0171-4ECF-841A-11EA75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3D22028A-9DD3-4637-9EAC-E27C303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34BC241D-AD5F-416D-B6BE-C9CFAD6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799C8918-F5CF-49AB-A8F2-0A3D51D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4E9C0532-254F-407B-9839-621F88E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9F7C9EA5-DC05-4937-964F-492C709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9DCE848D-7A2A-4E5D-87B5-3EF5E8A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29A811A-7539-40AF-B21C-407CA2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0B826FC-7AD0-46CF-955E-E6D5E4B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4414ADB-5FF1-42DE-B235-06F2921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907A84FA-5FAF-4563-AFD9-18AF7B9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60BCB64-B080-497D-A723-343B157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0392B5-3C06-409E-8E29-A463AD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938E34ED-8189-461D-9AA3-85A7AAF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E5232AF-D5DB-487D-9C62-893C9A4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66AB41DA-8AC2-4EF5-A9EB-A442DD1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E721DD1-5010-4236-9CAA-7AFC1AA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CCDC8254-D0A6-495C-ACF3-14259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B47C1FC-1962-433B-AECE-70739C5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26D69C99-67A6-4B66-ABA8-14F52BE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68FC993-B72B-4127-B78F-CFB444A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51A120D-2E8F-4F0B-979D-400C00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045BE838-A8D8-4A69-A8C0-607304B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873373A-0A19-45F1-9EB3-3D0BC8B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972CEF04-4EF9-4E2F-991B-01B6935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79" name="各節點 buffer 上限 4 MB">
            <a:extLst xmlns:a="http://schemas.openxmlformats.org/drawingml/2006/main">
              <a:ext uri="{FF2B5EF4-FFF2-40B4-BE49-F238E27FC236}">
                <a16:creationId xmlns:a16="http://schemas.microsoft.com/office/drawing/2014/main" id="{13D3261A-29FA-48E6-ADCB-BAA849D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節點</a:t>
            </a: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buffer</a:t>
            </a: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上限</a:t>
            </a: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=4 MB</a:t>
            </a:r>
          </a:p>
        </p:txBody>
      </p:sp>
      <p:graphicFrame>
        <p:nvGraphicFramePr>
          <p:cNvPr id="131" name="表格 80"/>
          <p:cNvGraphicFramePr/>
          <p:nvPr/>
        </p:nvGraphicFramePr>
        <p:xfrm>
          <a:off xmlns:a="http://schemas.openxmlformats.org/drawingml/2006/main" x="5826817" y="1394567"/>
          <a:ext xmlns:a="http://schemas.openxmlformats.org/drawingml/2006/main" cx="6209675" cy="3291840"/>
        </p:xfrm>
        <a:graphic xmlns:a="http://schemas.openxmlformats.org/drawingml/2006/main"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41935"/>
                <a:gridCol w="1241935"/>
                <a:gridCol w="1241935"/>
                <a:gridCol w="1241935"/>
                <a:gridCol w="1241935"/>
              </a:tblGrid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Contact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傳送端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接收端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開始時間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結束時間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X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9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11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5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82" name="c1">
            <a:extLst xmlns:a="http://schemas.openxmlformats.org/drawingml/2006/main">
              <a:ext uri="{FF2B5EF4-FFF2-40B4-BE49-F238E27FC236}">
                <a16:creationId xmlns:a16="http://schemas.microsoft.com/office/drawing/2014/main" id="{A9B9609D-F53E-4A17-94C3-28A92ECA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83" name="c1">
            <a:extLst xmlns:a="http://schemas.openxmlformats.org/drawingml/2006/main">
              <a:ext uri="{FF2B5EF4-FFF2-40B4-BE49-F238E27FC236}">
                <a16:creationId xmlns:a16="http://schemas.microsoft.com/office/drawing/2014/main" id="{402D3F27-6C6F-4479-BD23-C1C169AE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84" name="c1">
            <a:extLst xmlns:a="http://schemas.openxmlformats.org/drawingml/2006/main">
              <a:ext uri="{FF2B5EF4-FFF2-40B4-BE49-F238E27FC236}">
                <a16:creationId xmlns:a16="http://schemas.microsoft.com/office/drawing/2014/main" id="{B8FDB4F2-9290-473A-9847-2641BD3F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5" name="c1">
            <a:extLst xmlns:a="http://schemas.openxmlformats.org/drawingml/2006/main">
              <a:ext uri="{FF2B5EF4-FFF2-40B4-BE49-F238E27FC236}">
                <a16:creationId xmlns:a16="http://schemas.microsoft.com/office/drawing/2014/main" id="{152C9C13-4D14-4DB1-BD5E-1227CAA1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86" name="c1">
            <a:extLst xmlns:a="http://schemas.openxmlformats.org/drawingml/2006/main">
              <a:ext uri="{FF2B5EF4-FFF2-40B4-BE49-F238E27FC236}">
                <a16:creationId xmlns:a16="http://schemas.microsoft.com/office/drawing/2014/main" id="{D7BA87BF-1B19-47C1-8759-20BFD27F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87" name="c1">
            <a:extLst xmlns:a="http://schemas.openxmlformats.org/drawingml/2006/main">
              <a:ext uri="{FF2B5EF4-FFF2-40B4-BE49-F238E27FC236}">
                <a16:creationId xmlns:a16="http://schemas.microsoft.com/office/drawing/2014/main" id="{ECAA8ACD-7BDB-4435-A98E-C637932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8" name="c1">
            <a:extLst xmlns:a="http://schemas.openxmlformats.org/drawingml/2006/main">
              <a:ext uri="{FF2B5EF4-FFF2-40B4-BE49-F238E27FC236}">
                <a16:creationId xmlns:a16="http://schemas.microsoft.com/office/drawing/2014/main" id="{6D87B596-792E-4AA2-9378-1B524C3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89" name="c1">
            <a:extLst xmlns:a="http://schemas.openxmlformats.org/drawingml/2006/main">
              <a:ext uri="{FF2B5EF4-FFF2-40B4-BE49-F238E27FC236}">
                <a16:creationId xmlns:a16="http://schemas.microsoft.com/office/drawing/2014/main" id="{1EC0492B-892A-4500-914C-3385E555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90" name="c7">
            <a:extLst xmlns:a="http://schemas.openxmlformats.org/drawingml/2006/main">
              <a:ext uri="{FF2B5EF4-FFF2-40B4-BE49-F238E27FC236}">
                <a16:creationId xmlns:a16="http://schemas.microsoft.com/office/drawing/2014/main" id="{6318B838-97DE-4817-B9DD-0428DFFB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FB7C0ED2-596D-465D-8A1C-7B991605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3392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r=4 MB/s；δ(c2,c5,c6)=1 秒，其餘 δ=0</a:t>
            </a: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E00AF2DF-0A9A-4465-90FD-E8362C88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958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初始 R(c1～c8)=(4,4,4,8,4,4,2,4) MB</a:t>
            </a:r>
          </a:p>
        </p:txBody>
      </p:sp>
    </p:spTree>
    <p:extLst>
      <p:ext uri="{BB962C8B-B14F-4D97-AF65-F5344CB8AC3E}">
        <p14:creationId xmlns:p14="http://schemas.microsoft.com/office/powerpoint/2010/main" val="41873788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2　第一包：X 經 c1 到 B">
            <a:extLst xmlns:a="http://schemas.openxmlformats.org/drawingml/2006/main">
              <a:ext uri="{FF2B5EF4-FFF2-40B4-BE49-F238E27FC236}">
                <a16:creationId xmlns:a16="http://schemas.microsoft.com/office/drawing/2014/main" id="{6A687F78-A6FC-4236-BFCB-A1CE26CC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02　第一包：X 經 c1 到 B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49C2689B-3202-43B9-B51B-A2021343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" name="c1：0+4≤4；X 與 B 的占用峰值都為 4 MB，因此建立">
            <a:extLst xmlns:a="http://schemas.openxmlformats.org/drawingml/2006/main">
              <a:ext uri="{FF2B5EF4-FFF2-40B4-BE49-F238E27FC236}">
                <a16:creationId xmlns:a16="http://schemas.microsoft.com/office/drawing/2014/main" id="{29FE7263-9BA2-4A2D-8598-2F43890F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c1 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可分配量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4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≥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ize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；</a:t>
            </a:r>
            <a:r>
              <a:rPr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buffer 為 4 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MB，建立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L₁。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2F504C2-C0AA-4D85-B7EC-347DF781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4E57D457-4198-4E4A-8F36-5E58FA48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C9665875-DFC0-4820-85C6-0C3DFDE8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98AAB3D7-4A03-498A-8457-9024AF6A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37D0208-637F-4915-8F28-9E4B8AB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09CB55A-8292-4EFD-AECE-C2F1DE62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4C0F236-B467-4AF1-AE29-B8BC668A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AC54604C-C4A4-4C86-B306-BA22EF4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202F16C2-5777-4A53-BE5A-995935D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18FEABC2-0023-4B4C-BF8C-2962E795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ECC1A91C-7E74-4A9E-A91D-2D54E8E2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D48A92D-DF60-450F-B446-7AAED32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6CFDAD5-B8C4-4D76-A0BA-C29554CF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F9382159-0350-4C2F-9AEC-A6A8379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3012E47-3FF2-4DB2-B769-84074E0A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DAFB4F5-3A02-4EE5-AE9D-F7DF594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E1ADABF-8D20-47D2-B6D8-35117CB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F3EDEF7-F27A-4D9D-8688-A7544BF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1EB9B57-5B37-4A44-A752-335FE7BD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76B1AD67-FEF3-4854-A820-B8A46F8E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8F47428E-F94A-46FC-89A6-27912DCA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4444C75B-AD18-4E81-944D-46EF592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8CD4C5F-271C-4253-9107-BFE84FE6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35B5142-3D38-43F2-BB67-A0E9534D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1FFA838-B0B8-4F10-AC75-11A34CE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2487A93D-D821-4937-AF3C-5500881B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2234B9C-D9F6-46A6-900C-E962F3D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948008F5-E6C8-404A-90B9-3F0B6E8E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48118CA9-1B19-48BA-9944-7E37C880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19362597-7459-475E-9821-306540D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BEF37F97-2497-4BC0-94B5-57E8051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86E672F2-1DD4-4AF3-91B5-D3E65D1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AED4C7F9-B26C-4896-92E4-6C8F9F9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c1：發送與接收都在 2～3 秒">
            <a:extLst xmlns:a="http://schemas.openxmlformats.org/drawingml/2006/main">
              <a:ext uri="{FF2B5EF4-FFF2-40B4-BE49-F238E27FC236}">
                <a16:creationId xmlns:a16="http://schemas.microsoft.com/office/drawing/2014/main" id="{4D2369B8-0B43-4338-BA0B-2EA2D8F8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c1：發送與接收都在 2～3 秒</a:t>
            </a:r>
          </a:p>
        </p:txBody>
      </p:sp>
      <p:sp>
        <p:nvSpPr>
          <p:cNvPr id="39" name="X 等待">
            <a:extLst xmlns:a="http://schemas.openxmlformats.org/drawingml/2006/main">
              <a:ext uri="{FF2B5EF4-FFF2-40B4-BE49-F238E27FC236}">
                <a16:creationId xmlns:a16="http://schemas.microsoft.com/office/drawing/2014/main" id="{72A5747C-7C01-4FA6-A47F-F7E6716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等待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84522070-D028-41E1-AA5E-13933B5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C291C53-0B0C-4DD7-BA77-A5197EAF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B"/>
          </a:solidFill>
          <a:ln xmlns:a="http://schemas.openxmlformats.org/drawingml/2006/main" w="14288">
            <a:solidFill>
              <a:srgbClr val="D5D5DB"/>
            </a:solidFill>
          </a:ln>
        </p:spPr>
      </p:sp>
      <p:sp>
        <p:nvSpPr>
          <p:cNvPr id="42" name="X 發送">
            <a:extLst xmlns:a="http://schemas.openxmlformats.org/drawingml/2006/main">
              <a:ext uri="{FF2B5EF4-FFF2-40B4-BE49-F238E27FC236}">
                <a16:creationId xmlns:a16="http://schemas.microsoft.com/office/drawing/2014/main" id="{6BB2CD00-1DC3-40B7-9667-D1142CB3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發送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791CF40E-20BC-472F-93EC-3C98967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A0ECCC8-93B6-4FEB-9FC2-5BAC00CD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B 接收">
            <a:extLst xmlns:a="http://schemas.openxmlformats.org/drawingml/2006/main">
              <a:ext uri="{FF2B5EF4-FFF2-40B4-BE49-F238E27FC236}">
                <a16:creationId xmlns:a16="http://schemas.microsoft.com/office/drawing/2014/main" id="{77917FB2-7EA1-4313-B476-DBCDD711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B 接收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7FDD2462-2DF8-44DF-A964-2FBFC055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7E4B5B5-9AB9-47E2-B08E-96F702F9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422C55F-0E11-4943-BD2C-96E030C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8FEC7DBD-3B2C-417C-8679-A72FB0B8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2092AA55-BA42-4575-95CE-A698A0F9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12841A0F-972A-465B-9DD5-D0D3FA7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D2675B82-3DC2-4734-8D40-796DA83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1">
            <a:extLst xmlns:a="http://schemas.openxmlformats.org/drawingml/2006/main">
              <a:ext uri="{FF2B5EF4-FFF2-40B4-BE49-F238E27FC236}">
                <a16:creationId xmlns:a16="http://schemas.microsoft.com/office/drawing/2014/main" id="{0E2A1F7A-0215-48C3-BC08-1C0BB4B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AC35E44C-CE81-432D-8395-1ACAECF6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2">
            <a:extLst xmlns:a="http://schemas.openxmlformats.org/drawingml/2006/main">
              <a:ext uri="{FF2B5EF4-FFF2-40B4-BE49-F238E27FC236}">
                <a16:creationId xmlns:a16="http://schemas.microsoft.com/office/drawing/2014/main" id="{9AFF4166-A520-4C8D-8F81-CF88D584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F148A40D-F4AC-4CA9-9FBD-EE39C73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3">
            <a:extLst xmlns:a="http://schemas.openxmlformats.org/drawingml/2006/main">
              <a:ext uri="{FF2B5EF4-FFF2-40B4-BE49-F238E27FC236}">
                <a16:creationId xmlns:a16="http://schemas.microsoft.com/office/drawing/2014/main" id="{4AAB76AE-AE11-4854-B568-034550F4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428DAB91-1878-449F-8B78-6D9964F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4">
            <a:extLst xmlns:a="http://schemas.openxmlformats.org/drawingml/2006/main">
              <a:ext uri="{FF2B5EF4-FFF2-40B4-BE49-F238E27FC236}">
                <a16:creationId xmlns:a16="http://schemas.microsoft.com/office/drawing/2014/main" id="{3420AB9F-A99F-4760-99EE-707DB6C3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60" name="秒">
            <a:extLst xmlns:a="http://schemas.openxmlformats.org/drawingml/2006/main">
              <a:ext uri="{FF2B5EF4-FFF2-40B4-BE49-F238E27FC236}">
                <a16:creationId xmlns:a16="http://schemas.microsoft.com/office/drawing/2014/main" id="{F58B1BF9-BD35-4857-A5D2-F0B784BB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1" name="L₁ = (B, 3, {c1:4})">
            <a:extLst xmlns:a="http://schemas.openxmlformats.org/drawingml/2006/main">
              <a:ext uri="{FF2B5EF4-FFF2-40B4-BE49-F238E27FC236}">
                <a16:creationId xmlns:a16="http://schemas.microsoft.com/office/drawing/2014/main" id="{FBC3A50B-9584-4941-8805-94F981AA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L₁ = (c1, 3, 2, L₀)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F120D6CB-6665-4EAE-8F87-5F5B6DCC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₀(X,0)] → 取出 L₀">
            <a:extLst xmlns:a="http://schemas.openxmlformats.org/drawingml/2006/main">
              <a:ext uri="{FF2B5EF4-FFF2-40B4-BE49-F238E27FC236}">
                <a16:creationId xmlns:a16="http://schemas.microsoft.com/office/drawing/2014/main" id="{2D3AD0F7-4B69-4A85-A603-78B0593F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[L₀(c₀,0,—,∅)] → 取出 L₀</a:t>
            </a:r>
          </a:p>
        </p:txBody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97F774BB-3750-4C9A-B23A-5C8E4271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1995BD54-3E60-4508-A0E3-7EFA4C48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9695D9D9-8AF0-490C-A4F6-CB1B5514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[L₁(B,3)]">
            <a:extLst xmlns:a="http://schemas.openxmlformats.org/drawingml/2006/main">
              <a:ext uri="{FF2B5EF4-FFF2-40B4-BE49-F238E27FC236}">
                <a16:creationId xmlns:a16="http://schemas.microsoft.com/office/drawing/2014/main" id="{AEBEAD96-F1ED-43DB-8189-858926E3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[L₁(c1,3,2,L₀)]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D440B9FB-6110-44F7-9D25-2B267883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ABB9169B-48D7-404F-8F8A-926B0355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0CC913A2-2DA8-457F-AEB4-58F9198B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DF1E6F8A-6286-49AD-899D-217C409E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C5B1CEE2-020B-4F23-AA3D-2D1D946E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F574807B-1167-4F84-8793-A36D1577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1922D672-A63B-4D2F-8478-336CACD3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E315A9E5-4432-4106-983F-FBA8878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7" name="c7">
            <a:extLst xmlns:a="http://schemas.openxmlformats.org/drawingml/2006/main">
              <a:ext uri="{FF2B5EF4-FFF2-40B4-BE49-F238E27FC236}">
                <a16:creationId xmlns:a16="http://schemas.microsoft.com/office/drawing/2014/main" id="{5F903D7C-C93B-44DD-81A3-A9E17EB4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7877521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3　第一包：在 B 比較 c2、c5">
            <a:extLst xmlns:a="http://schemas.openxmlformats.org/drawingml/2006/main">
              <a:ext uri="{FF2B5EF4-FFF2-40B4-BE49-F238E27FC236}">
                <a16:creationId xmlns:a16="http://schemas.microsoft.com/office/drawing/2014/main" id="{86A77F8A-AE81-4B07-8FBB-1DBBB8A9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03　第一包：在 B 比較 c2、c5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BC3FFBC6-8E7D-40F3-8E72-AD686369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3" name="兩條路徑都可行。先保留 D 的第 8 秒與第 12 秒標籤。">
            <a:extLst xmlns:a="http://schemas.openxmlformats.org/drawingml/2006/main">
              <a:ext uri="{FF2B5EF4-FFF2-40B4-BE49-F238E27FC236}">
                <a16:creationId xmlns:a16="http://schemas.microsoft.com/office/drawing/2014/main" id="{96EBEB97-2901-451B-A983-4F38A67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兩條路徑都可行</a:t>
            </a:r>
            <a:endParaRPr sz="202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5EE17D45-8F54-4284-836E-4C8687E6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ACD232C2-BBEB-4468-8C94-0BA6B559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E79C924-4BBF-4271-979F-D952AF29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A0B35C13-3930-456B-A516-1F8E3245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B8B296E6-61D2-4BF1-AABE-FEAEF1F9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349C1A1-90EB-4134-9A68-D0DD3EB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AF3A1CD8-FFDF-4F6B-AA48-DC637C4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76E0A49D-BB82-4BF8-AE1D-1EF095F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56430F4-6D76-4F6E-A978-2257D5E4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5CD01050-33BD-4592-9CB4-33417CC2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8B2D57-9817-47D0-A7D1-76185685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AC8E846D-4C7D-4AA6-873C-CFEF0704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C9729106-0439-41B1-A5B5-68E9FB00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CE7EB777-74DB-4CBB-B208-6265AB4F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64AF29EC-02F9-4204-BEE4-E58721CC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EA9AA0ED-9E78-41A3-8439-E92CFB02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44BDFD7A-F6F1-48CB-8AEF-05D7285A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4AFD3FEA-FC8D-4B1C-B93E-5044142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856E17F-9697-4B85-972A-11ECB37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78ABF2F-5F14-4B58-B0BB-0D7E9C8D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7998738-071B-4EAA-AF7F-493537B7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380CDDB2-B0DF-420E-9DA3-3748AEAD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528712B1-DA60-4A6E-AFCF-E8062204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8A87576B-B3F0-4FFB-BE05-045550AA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91501F8-B80D-4D4D-90E0-F9557408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8C6FC26C-C67A-4006-AAD2-48289CE3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322E9179-4942-4343-A07A-8370BF36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DC3AE523-9389-488C-BCDA-1761651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50D28FA4-3AC7-4307-8397-718EC4F1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DE33318E-C5F9-4D8D-A36C-8566183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A24193E4-EF26-4393-A08F-4A85CC6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732CA900-2699-4E6C-9742-4E299AB1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23BC08E8-9825-4307-A37C-5D1F061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54F32CE-64FF-4FB3-A2DA-DA4DD10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發送完成後，還要傳播 1 秒">
            <a:extLst xmlns:a="http://schemas.openxmlformats.org/drawingml/2006/main">
              <a:ext uri="{FF2B5EF4-FFF2-40B4-BE49-F238E27FC236}">
                <a16:creationId xmlns:a16="http://schemas.microsoft.com/office/drawing/2014/main" id="{0133F317-4C6D-4C07-9857-0CA14AB7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發送完成後，還要傳播 1 秒</a:t>
            </a:r>
          </a:p>
        </p:txBody>
      </p:sp>
      <p:sp>
        <p:nvSpPr>
          <p:cNvPr id="39" name="c2 發送">
            <a:extLst xmlns:a="http://schemas.openxmlformats.org/drawingml/2006/main">
              <a:ext uri="{FF2B5EF4-FFF2-40B4-BE49-F238E27FC236}">
                <a16:creationId xmlns:a16="http://schemas.microsoft.com/office/drawing/2014/main" id="{0713D5B6-E56F-481B-9C6F-0E0D0ED6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 發送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CD4D9D5D-731A-42B6-87CA-FB48142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746145E-D1C8-4127-BCBD-221E49EC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D 接收">
            <a:extLst xmlns:a="http://schemas.openxmlformats.org/drawingml/2006/main">
              <a:ext uri="{FF2B5EF4-FFF2-40B4-BE49-F238E27FC236}">
                <a16:creationId xmlns:a16="http://schemas.microsoft.com/office/drawing/2014/main" id="{21097CF2-F545-45E0-B494-8927262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193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70060079-68BF-4940-96A1-F5873E6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1F5BE1C-02CB-4F88-8629-CE245A25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5050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2D8CA3C6-985E-4B9B-A19D-8B37A5C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4003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c5 發送">
            <a:extLst xmlns:a="http://schemas.openxmlformats.org/drawingml/2006/main">
              <a:ext uri="{FF2B5EF4-FFF2-40B4-BE49-F238E27FC236}">
                <a16:creationId xmlns:a16="http://schemas.microsoft.com/office/drawing/2014/main" id="{7AD396D3-A4C2-4AC8-8C39-D3044AB3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765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 發送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E305F429-278B-4188-B6D7-4715D47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CE09A77-9466-4830-B3F0-E725057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9622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D 接收">
            <a:extLst xmlns:a="http://schemas.openxmlformats.org/drawingml/2006/main">
              <a:ext uri="{FF2B5EF4-FFF2-40B4-BE49-F238E27FC236}">
                <a16:creationId xmlns:a16="http://schemas.microsoft.com/office/drawing/2014/main" id="{2B221F65-EB3E-4E83-AFD9-D48A83ED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96D77967-E0B5-455F-886B-285DD770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284180E7-ED4F-4823-86C3-EAE86A8A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4194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1902BDCB-9955-4DA3-BE5D-95465D0D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147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73A8DB5A-20C4-4BDD-9592-A9A1FAE7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FABEE3EA-C3CF-4AAD-A337-43584AF8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6">
            <a:extLst xmlns:a="http://schemas.openxmlformats.org/drawingml/2006/main">
              <a:ext uri="{FF2B5EF4-FFF2-40B4-BE49-F238E27FC236}">
                <a16:creationId xmlns:a16="http://schemas.microsoft.com/office/drawing/2014/main" id="{DBF23DF7-2425-41F5-83AE-E8FA971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624C2E47-7350-43F8-9B1C-95D0F442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8">
            <a:extLst xmlns:a="http://schemas.openxmlformats.org/drawingml/2006/main">
              <a:ext uri="{FF2B5EF4-FFF2-40B4-BE49-F238E27FC236}">
                <a16:creationId xmlns:a16="http://schemas.microsoft.com/office/drawing/2014/main" id="{7CF60D0E-235E-4325-97F9-AC44CD2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D5B983EC-D4F1-446E-9D7F-8D53D103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0">
            <a:extLst xmlns:a="http://schemas.openxmlformats.org/drawingml/2006/main">
              <a:ext uri="{FF2B5EF4-FFF2-40B4-BE49-F238E27FC236}">
                <a16:creationId xmlns:a16="http://schemas.microsoft.com/office/drawing/2014/main" id="{763F1B5F-E00B-4EF4-B822-E3B2DC4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3A4320CF-16A4-4AC3-A9BE-C26C9049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1" name="12">
            <a:extLst xmlns:a="http://schemas.openxmlformats.org/drawingml/2006/main">
              <a:ext uri="{FF2B5EF4-FFF2-40B4-BE49-F238E27FC236}">
                <a16:creationId xmlns:a16="http://schemas.microsoft.com/office/drawing/2014/main" id="{69771F6E-FB9F-4CCA-83A9-A0119860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2" name="秒">
            <a:extLst xmlns:a="http://schemas.openxmlformats.org/drawingml/2006/main">
              <a:ext uri="{FF2B5EF4-FFF2-40B4-BE49-F238E27FC236}">
                <a16:creationId xmlns:a16="http://schemas.microsoft.com/office/drawing/2014/main" id="{92DA8E67-2A3D-4D4B-938A-BC7DBF7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9814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3" name="L₂：D,8　　L₃：D,12">
            <a:extLst xmlns:a="http://schemas.openxmlformats.org/drawingml/2006/main">
              <a:ext uri="{FF2B5EF4-FFF2-40B4-BE49-F238E27FC236}">
                <a16:creationId xmlns:a16="http://schemas.microsoft.com/office/drawing/2014/main" id="{5CB35870-9278-4CF1-AFCE-CC4B077E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L₂：D,8　　L₃：D,12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ADB4EBF7-62DE-4E2C-9D64-B3DD322F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3)] → 取出 L₁">
            <a:extLst xmlns:a="http://schemas.openxmlformats.org/drawingml/2006/main">
              <a:ext uri="{FF2B5EF4-FFF2-40B4-BE49-F238E27FC236}">
                <a16:creationId xmlns:a16="http://schemas.microsoft.com/office/drawing/2014/main" id="{A04BD787-9903-47C6-8EE0-4CCAE97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[L₁(c1,3,2,L₀)] → 取出 L₁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30F3F57D-F6E3-4CE7-8E04-74E5DC8E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83F03CA5-8466-4C9C-83F7-9EEA920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CDF2CB24-D839-47FE-94E3-776941F3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65FB0235-B231-4C95-85EA-EF715733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[L₂(c2,8,6,L₁), L₃(c5,12,10,L₁)]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3F16BC1F-B38A-4881-BA85-886D3110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AEF96E82-DB33-49CB-879D-2AAE21D6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</a:t>
            </a: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7</a:t>
            </a: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E2DAFA69-0CB7-404A-AD10-B261FA53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04992C6F-EA04-49F4-913B-574E6DCB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6595D82A-0C6A-4E76-BD04-F659EA5E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DB333FF3-3F86-4EAF-BBFE-C964D334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1AA6DBC7-2DD5-45FF-BBAE-9D193A0E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04B5D679-7862-44DB-910B-A06B5486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9" name="c7">
            <a:extLst xmlns:a="http://schemas.openxmlformats.org/drawingml/2006/main">
              <a:ext uri="{FF2B5EF4-FFF2-40B4-BE49-F238E27FC236}">
                <a16:creationId xmlns:a16="http://schemas.microsoft.com/office/drawing/2014/main" id="{05032842-8DFF-4B4A-8C7E-037227ED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3483819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4　第一包：選路並預約 Buffer">
            <a:extLst xmlns:a="http://schemas.openxmlformats.org/drawingml/2006/main">
              <a:ext uri="{FF2B5EF4-FFF2-40B4-BE49-F238E27FC236}">
                <a16:creationId xmlns:a16="http://schemas.microsoft.com/office/drawing/2014/main" id="{D613585F-4211-49CD-99FE-FF2C83E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04　第一包：選路並預約 Buffer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632BA1A0-9A4C-45B2-BC0C-EBB7BE1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3" name="取出 L₂，選定 c1→c2；R[c1]、R[c2] 扣為 0。">
            <a:extLst xmlns:a="http://schemas.openxmlformats.org/drawingml/2006/main">
              <a:ext uri="{FF2B5EF4-FFF2-40B4-BE49-F238E27FC236}">
                <a16:creationId xmlns:a16="http://schemas.microsoft.com/office/drawing/2014/main" id="{CFBE9668-C1A1-49FC-BD91-7DE1B419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選定 c1→c2，扣容量、更新 Buffer，預約 c1[2,3)、c2[6,7)。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A0BE484-F057-4DC9-9FD3-D1539AC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121AB95C-856D-44E0-97F7-C3172C2E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FDA6B79-32EE-45F4-9E89-2AB8180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1F6E07B5-C621-4142-9464-CD58F889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7BC4A585-67E4-4EA0-ADC4-327470D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3E360D6-C3C4-4073-A3A4-A69FEF4E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F03B5975-BE73-4419-BE3C-5676CEDD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646E192-5638-45DE-8AF7-A1D5CE4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5D81256-D313-4902-B4EB-1E52794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8C68B1DE-D5B7-41A0-AFE4-72210C5A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A2BF2525-940E-46AD-883E-68894BE7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6623040-48B3-46D4-A070-77EF247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B634F240-1ACC-4258-8A51-34A0E97D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75B5D12D-4C74-4000-81C4-9826F58F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092A89AA-75FE-4508-AB85-D40B0D72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81B79764-0DA0-43C0-888E-D0DF341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B24AD716-D724-4DA5-B110-AC99271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C0844776-8896-460B-9380-D5140351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28AE05F-2BC0-447A-9E47-8B640045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5227D34-469F-44BE-A97A-05D7AE9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37DFB92E-16C8-4FD2-9D2A-4E0C3CD4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F9AF385B-6B14-4B47-BD7A-D32CF6C3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D4B8A3ED-DEA4-40E9-8D3E-B7924248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97C5E063-1088-474E-9810-A5007A06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768D6E8D-29DD-46A9-9324-6415C88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324ED376-9BB9-4A3E-99C1-E4E6516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E259568D-601A-449B-8206-B3F64E9B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F57BD90C-97B8-45D7-AD4F-589D9C0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B26A82D-8594-4883-85C6-36555BC7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476DAE7-322E-4490-8D4E-04FE5A9D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A855AEC4-E2AA-4367-9CD8-5EEFA0B2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41DE7549-8722-4F18-82E5-AA24115F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B292A7F6-4893-4F70-84DE-4DF4A7B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F47481C5-6ABA-43A3-890D-EED1254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手繪多邊形: 圖案 37">
            <a:extLst xmlns:a="http://schemas.openxmlformats.org/drawingml/2006/main">
              <a:ext uri="{FF2B5EF4-FFF2-40B4-BE49-F238E27FC236}">
                <a16:creationId xmlns:a16="http://schemas.microsoft.com/office/drawing/2014/main" id="{32C1ABA8-4683-4E2A-A5BA-0CD246A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39" name="0">
            <a:extLst xmlns:a="http://schemas.openxmlformats.org/drawingml/2006/main">
              <a:ext uri="{FF2B5EF4-FFF2-40B4-BE49-F238E27FC236}">
                <a16:creationId xmlns:a16="http://schemas.microsoft.com/office/drawing/2014/main" id="{2ED7CF81-A157-4757-8442-61B8B9C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0" name="4">
            <a:extLst xmlns:a="http://schemas.openxmlformats.org/drawingml/2006/main">
              <a:ext uri="{FF2B5EF4-FFF2-40B4-BE49-F238E27FC236}">
                <a16:creationId xmlns:a16="http://schemas.microsoft.com/office/drawing/2014/main" id="{3FA8B245-69B5-4B93-B05B-B9D8FBDA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1" name="手繪多邊形: 圖案 40">
            <a:extLst xmlns:a="http://schemas.openxmlformats.org/drawingml/2006/main">
              <a:ext uri="{FF2B5EF4-FFF2-40B4-BE49-F238E27FC236}">
                <a16:creationId xmlns:a16="http://schemas.microsoft.com/office/drawing/2014/main" id="{C471C021-24C4-4EEB-B808-000D1808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D79C4798-3439-4FD1-856F-121E2BC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3" name="上限 4">
            <a:extLst xmlns:a="http://schemas.openxmlformats.org/drawingml/2006/main">
              <a:ext uri="{FF2B5EF4-FFF2-40B4-BE49-F238E27FC236}">
                <a16:creationId xmlns:a16="http://schemas.microsoft.com/office/drawing/2014/main" id="{7FE734A0-CBA3-4B70-853C-C6F99308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0CF72D35-975D-444C-8980-8048476A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5" name="0">
            <a:extLst xmlns:a="http://schemas.openxmlformats.org/drawingml/2006/main">
              <a:ext uri="{FF2B5EF4-FFF2-40B4-BE49-F238E27FC236}">
                <a16:creationId xmlns:a16="http://schemas.microsoft.com/office/drawing/2014/main" id="{37020450-290A-40BD-A438-57FD0E5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6048B17E-0E96-4DD5-8836-CF8C0BF1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2">
            <a:extLst xmlns:a="http://schemas.openxmlformats.org/drawingml/2006/main">
              <a:ext uri="{FF2B5EF4-FFF2-40B4-BE49-F238E27FC236}">
                <a16:creationId xmlns:a16="http://schemas.microsoft.com/office/drawing/2014/main" id="{F1CEB3AE-23F4-4E4E-969B-BE16BDFA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DAA8BEE-1F28-4374-A9BC-569309A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4">
            <a:extLst xmlns:a="http://schemas.openxmlformats.org/drawingml/2006/main">
              <a:ext uri="{FF2B5EF4-FFF2-40B4-BE49-F238E27FC236}">
                <a16:creationId xmlns:a16="http://schemas.microsoft.com/office/drawing/2014/main" id="{B1F18F33-402C-48FA-8B1C-5BADD59D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638ABB08-FE00-4E68-9D13-29DDA8A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6">
            <a:extLst xmlns:a="http://schemas.openxmlformats.org/drawingml/2006/main">
              <a:ext uri="{FF2B5EF4-FFF2-40B4-BE49-F238E27FC236}">
                <a16:creationId xmlns:a16="http://schemas.microsoft.com/office/drawing/2014/main" id="{CC024F2B-211B-4327-A5B1-503520D5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9E10B54C-772C-45FB-8E5D-D5FCA8B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8">
            <a:extLst xmlns:a="http://schemas.openxmlformats.org/drawingml/2006/main">
              <a:ext uri="{FF2B5EF4-FFF2-40B4-BE49-F238E27FC236}">
                <a16:creationId xmlns:a16="http://schemas.microsoft.com/office/drawing/2014/main" id="{3611B350-3626-4E7E-8EDC-72406DA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DEED94C0-9BE0-416E-A0F0-D2433C9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10">
            <a:extLst xmlns:a="http://schemas.openxmlformats.org/drawingml/2006/main">
              <a:ext uri="{FF2B5EF4-FFF2-40B4-BE49-F238E27FC236}">
                <a16:creationId xmlns:a16="http://schemas.microsoft.com/office/drawing/2014/main" id="{DE2C1F0F-E3C0-4EEB-9566-F0EE3E85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6A1B68CA-6581-4AC2-A949-72F477A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2">
            <a:extLst xmlns:a="http://schemas.openxmlformats.org/drawingml/2006/main">
              <a:ext uri="{FF2B5EF4-FFF2-40B4-BE49-F238E27FC236}">
                <a16:creationId xmlns:a16="http://schemas.microsoft.com/office/drawing/2014/main" id="{FC5C8AB8-4A11-4E8E-B65C-610CBAA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328A1436-3C97-4744-A8FD-C07F5811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0780"/>
            <a:ext cx="4048125" cy="1371600"/>
          </a:xfrm>
          <a:custGeom xmlns:a="http://schemas.openxmlformats.org/drawingml/2006/main">
            <a:rect l="0" t="0" r="0" b="0"/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9" name="秒">
            <a:extLst xmlns:a="http://schemas.openxmlformats.org/drawingml/2006/main">
              <a:ext uri="{FF2B5EF4-FFF2-40B4-BE49-F238E27FC236}">
                <a16:creationId xmlns:a16="http://schemas.microsoft.com/office/drawing/2014/main" id="{0C47CF89-31DB-445F-8CA3-6C5D9EBF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0" name="B：橘線是第一包已預約占用">
            <a:extLst xmlns:a="http://schemas.openxmlformats.org/drawingml/2006/main">
              <a:ext uri="{FF2B5EF4-FFF2-40B4-BE49-F238E27FC236}">
                <a16:creationId xmlns:a16="http://schemas.microsoft.com/office/drawing/2014/main" id="{978E0A14-A242-4530-A189-7F7A5A6A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B：橘線是第一包已預約占用</a:t>
            </a:r>
          </a:p>
        </p:txBody>
      </p:sp>
      <p:sp>
        <p:nvSpPr>
          <p:cNvPr id="61" name="接收 ↗　等待 ─　發送 ↘">
            <a:extLst xmlns:a="http://schemas.openxmlformats.org/drawingml/2006/main">
              <a:ext uri="{FF2B5EF4-FFF2-40B4-BE49-F238E27FC236}">
                <a16:creationId xmlns:a16="http://schemas.microsoft.com/office/drawing/2014/main" id="{26BD3348-638D-4EA4-ABCE-420A151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38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接收 ↗　等待 ─　發送 ↘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2FF29449-3B12-4BD8-885C-B561F8A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F5F1A8AA-8CAD-4B6B-AD77-600C0263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[L₂(c2,8,6,L₁), L₃(c5,12,10,L₁)]</a:t>
            </a:r>
          </a:p>
        </p:txBody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AF4EB2A0-8D22-4205-A4CA-31969AD8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A851A51B-DFEB-4482-A8EA-0BA9C5B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E35BDCA7-3B94-48B0-BA85-A3621147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取出 L₂(D,8) → 第一包結束">
            <a:extLst xmlns:a="http://schemas.openxmlformats.org/drawingml/2006/main">
              <a:ext uri="{FF2B5EF4-FFF2-40B4-BE49-F238E27FC236}">
                <a16:creationId xmlns:a16="http://schemas.microsoft.com/office/drawing/2014/main" id="{9AD4E3BC-F681-4228-A266-88F5BC8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L₂(c2,8,6,L₁) → 第一包結束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5CB2FE05-4CB1-4412-984A-C0B26C3D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EB07CB91-90C0-441B-8C73-694CC487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F85B2522-6376-4C4D-A195-9AD44042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4C0B9132-656E-4037-987F-6A4A0067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49951574-1F93-4852-8043-254742A7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A587A928-8BEA-4F23-A6F3-FCB1F3B3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EA7C5DD0-B379-418F-A307-8A587A9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90CA67BA-B459-45FD-956D-3C015BED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7" name="c7">
            <a:extLst xmlns:a="http://schemas.openxmlformats.org/drawingml/2006/main">
              <a:ext uri="{FF2B5EF4-FFF2-40B4-BE49-F238E27FC236}">
                <a16:creationId xmlns:a16="http://schemas.microsoft.com/office/drawing/2014/main" id="{37C91EAB-F9A6-46A6-BCB7-834FB83B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5908899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05　第二包：先試 c3，早到 B">
            <a:extLst xmlns:a="http://schemas.openxmlformats.org/drawingml/2006/main">
              <a:ext uri="{FF2B5EF4-FFF2-40B4-BE49-F238E27FC236}">
                <a16:creationId xmlns:a16="http://schemas.microsoft.com/office/drawing/2014/main" id="{32C21895-0377-4A2A-AD86-151E3564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05　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：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嘗試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到 B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6FD4E901-907E-4F76-861E-C9206D37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3" name="1～2 秒接收可行，因此保留 L₁；能否繼續等待，要下一跳才檢查">
            <a:extLst xmlns:a="http://schemas.openxmlformats.org/drawingml/2006/main">
              <a:ext uri="{FF2B5EF4-FFF2-40B4-BE49-F238E27FC236}">
                <a16:creationId xmlns:a16="http://schemas.microsoft.com/office/drawing/2014/main" id="{404431C4-D911-40BC-91A0-623D191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1～2 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秒接收可行，因此保留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L₁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84269ED-F68D-4E8B-8B5E-0285780D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51789BD7-EB36-4B7B-9350-9FC01AE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8E906CA-0058-4565-89FE-21894DA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74829FF-1934-48C2-BD07-0672DE9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76F7A6CF-7D72-48AD-8244-517FD6BF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8B54772-4264-4465-8302-A62A129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A502A5BD-3843-46CE-99FD-96C6B13A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C92B5C2-0FD1-4B95-9AC6-C3C5743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52BA432-22BA-49DF-A22D-1D86ADF4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E15B7E7C-9EFC-4775-BB64-CD1497D5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BDCD71C5-8B42-4C48-B1BA-8D01E495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CE335239-A268-4013-83D9-F47E6DD6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AD877720-ABBF-4511-8E36-5D2E1E3F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CDC3BE42-5890-4912-ACA4-0404AA6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C6C16F7-6CEC-4051-AFC2-E55EBBBF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F949A36-C4F0-4E82-9799-20DD7C44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4AD54E01-3126-4E8B-B873-DC48E4D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328B95F-5143-4544-96C3-54AC7DE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D9EB0E8-EDA0-4965-8C6A-A92346F9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148E0AF5-471A-447E-B465-8A69459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61D741A6-D1DB-446C-8516-B880C22A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F0748F4-4A4B-4C50-B7F8-A74FCC63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CCB3B93D-1349-4F2E-917E-BAE6FD9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BAF62AF-A963-430A-8EAD-1940B57E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10BB828E-EBB7-4ABD-A359-DBF0DF0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6160D167-435F-4692-BB32-9F1C1D07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075DF2BE-CBC4-4E2D-B512-594A96F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BEDB371-65D8-4F42-837E-FFDEA827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F2EA964-C43B-4C76-97AA-E70FF468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9E01F0FF-9E47-48AC-BBBE-3BD89852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0E66DAD4-1D3D-4039-8012-DBCC489C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622A4247-93D4-4B75-89AA-29FA6E5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5542F9E4-3DA4-4E65-B5C5-077BA23D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D935473-193A-4A64-A783-70B66EA3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B 在第 2 秒剛好收到整包">
            <a:extLst xmlns:a="http://schemas.openxmlformats.org/drawingml/2006/main">
              <a:ext uri="{FF2B5EF4-FFF2-40B4-BE49-F238E27FC236}">
                <a16:creationId xmlns:a16="http://schemas.microsoft.com/office/drawing/2014/main" id="{A2F21305-BA50-4907-802C-BB3E0AB1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在第 2 秒剛好收到整包</a:t>
            </a:r>
          </a:p>
        </p:txBody>
      </p:sp>
      <p:sp>
        <p:nvSpPr>
          <p:cNvPr id="39" name="第二包接收">
            <a:extLst xmlns:a="http://schemas.openxmlformats.org/drawingml/2006/main">
              <a:ext uri="{FF2B5EF4-FFF2-40B4-BE49-F238E27FC236}">
                <a16:creationId xmlns:a16="http://schemas.microsoft.com/office/drawing/2014/main" id="{4DBC8948-5ECD-4ECF-8790-E241E16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第二包接收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BFC2741F-5E8F-4BB3-97DB-7CB807DE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2A002A5-2109-4712-9037-EEDD2E03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2529FD7D-68EC-4279-9DD0-4D558ADA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19431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第一包接收">
            <a:extLst xmlns:a="http://schemas.openxmlformats.org/drawingml/2006/main">
              <a:ext uri="{FF2B5EF4-FFF2-40B4-BE49-F238E27FC236}">
                <a16:creationId xmlns:a16="http://schemas.microsoft.com/office/drawing/2014/main" id="{387410C0-9984-4CF2-97CD-34E6E5A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第一包接收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E8C036D0-63E5-46AE-AB18-017940A3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363717F-FF1E-40F6-97C6-2AD11149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60032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6" name="第一包等待">
            <a:extLst xmlns:a="http://schemas.openxmlformats.org/drawingml/2006/main">
              <a:ext uri="{FF2B5EF4-FFF2-40B4-BE49-F238E27FC236}">
                <a16:creationId xmlns:a16="http://schemas.microsoft.com/office/drawing/2014/main" id="{2B634D72-0553-47E8-891D-ECA5C86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第一包等待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7DC29437-2A66-4C72-A170-66C7DC69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D4356D8-42D1-4E10-8FFB-2615D51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A02B342D-D22D-4FCE-9CC3-C0538DCE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0209D051-0637-4582-8F46-F93925ED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ED629432-0CFA-46A8-97D4-A9F9072D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0E143C4C-DFD0-45A5-9AF3-0503865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2">
            <a:extLst xmlns:a="http://schemas.openxmlformats.org/drawingml/2006/main">
              <a:ext uri="{FF2B5EF4-FFF2-40B4-BE49-F238E27FC236}">
                <a16:creationId xmlns:a16="http://schemas.microsoft.com/office/drawing/2014/main" id="{82EFDBB3-D751-489F-AA09-F6AB1F8A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0BEB750D-AA6F-4DE7-909E-7FECB578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BA3699C4-6AD9-436E-84C8-889F55B9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7E18D786-1B95-4AEF-9205-A57F17A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6">
            <a:extLst xmlns:a="http://schemas.openxmlformats.org/drawingml/2006/main">
              <a:ext uri="{FF2B5EF4-FFF2-40B4-BE49-F238E27FC236}">
                <a16:creationId xmlns:a16="http://schemas.microsoft.com/office/drawing/2014/main" id="{795457AA-9C33-4A7E-8C85-7750EAC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8" name="秒">
            <a:extLst xmlns:a="http://schemas.openxmlformats.org/drawingml/2006/main">
              <a:ext uri="{FF2B5EF4-FFF2-40B4-BE49-F238E27FC236}">
                <a16:creationId xmlns:a16="http://schemas.microsoft.com/office/drawing/2014/main" id="{6E702950-69BC-44F0-B48C-EDC84293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9" name="L₁ = (B, 2, {c3:4})">
            <a:extLst xmlns:a="http://schemas.openxmlformats.org/drawingml/2006/main">
              <a:ext uri="{FF2B5EF4-FFF2-40B4-BE49-F238E27FC236}">
                <a16:creationId xmlns:a16="http://schemas.microsoft.com/office/drawing/2014/main" id="{F5B28C1C-2E21-4E7F-8DA6-89DB947E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L₁ = (c3, 2, 1, L₀)</a:t>
            </a:r>
          </a:p>
        </p:txBody>
      </p:sp>
      <p:sp>
        <p:nvSpPr>
          <p:cNvPr id="60" name="Q 原本">
            <a:extLst xmlns:a="http://schemas.openxmlformats.org/drawingml/2006/main">
              <a:ext uri="{FF2B5EF4-FFF2-40B4-BE49-F238E27FC236}">
                <a16:creationId xmlns:a16="http://schemas.microsoft.com/office/drawing/2014/main" id="{9C099732-2BC7-4EBB-816B-A37E98A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1" name="[L₀(A,1)] → 取出 L₀">
            <a:extLst xmlns:a="http://schemas.openxmlformats.org/drawingml/2006/main">
              <a:ext uri="{FF2B5EF4-FFF2-40B4-BE49-F238E27FC236}">
                <a16:creationId xmlns:a16="http://schemas.microsoft.com/office/drawing/2014/main" id="{40895BB7-27EA-4947-AD36-CBC4B538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[L₀(c₀,1,—,∅)] → 取出 L₀</a:t>
            </a:r>
          </a:p>
        </p:txBody>
      </p:sp>
      <p:sp>
        <p:nvSpPr>
          <p:cNvPr id="62" name="手繪多邊形: 圖案 61">
            <a:extLst xmlns:a="http://schemas.openxmlformats.org/drawingml/2006/main">
              <a:ext uri="{FF2B5EF4-FFF2-40B4-BE49-F238E27FC236}">
                <a16:creationId xmlns:a16="http://schemas.microsoft.com/office/drawing/2014/main" id="{7A7DE1C8-0980-4C1D-AA30-257380B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3" name="手繪多邊形: 圖案 62">
            <a:extLst xmlns:a="http://schemas.openxmlformats.org/drawingml/2006/main">
              <a:ext uri="{FF2B5EF4-FFF2-40B4-BE49-F238E27FC236}">
                <a16:creationId xmlns:a16="http://schemas.microsoft.com/office/drawing/2014/main" id="{70BD0359-3AAA-43F6-AD59-358551C6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4" name="Q 更新">
            <a:extLst xmlns:a="http://schemas.openxmlformats.org/drawingml/2006/main">
              <a:ext uri="{FF2B5EF4-FFF2-40B4-BE49-F238E27FC236}">
                <a16:creationId xmlns:a16="http://schemas.microsoft.com/office/drawing/2014/main" id="{ECE18C38-88F9-4EB1-8BF6-481DE184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5" name="[L₁(B,2)]">
            <a:extLst xmlns:a="http://schemas.openxmlformats.org/drawingml/2006/main">
              <a:ext uri="{FF2B5EF4-FFF2-40B4-BE49-F238E27FC236}">
                <a16:creationId xmlns:a16="http://schemas.microsoft.com/office/drawing/2014/main" id="{E14F7536-3F7E-4B91-A017-6A87BF1C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[L₁(c3,2,1,L₀)]</a:t>
            </a:r>
          </a:p>
        </p:txBody>
      </p:sp>
      <p:sp>
        <p:nvSpPr>
          <p:cNvPr id="67" name="c1">
            <a:extLst xmlns:a="http://schemas.openxmlformats.org/drawingml/2006/main">
              <a:ext uri="{FF2B5EF4-FFF2-40B4-BE49-F238E27FC236}">
                <a16:creationId xmlns:a16="http://schemas.microsoft.com/office/drawing/2014/main" id="{ECE5B1B7-AE61-4D6E-89C4-91D94521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8" name="c1">
            <a:extLst xmlns:a="http://schemas.openxmlformats.org/drawingml/2006/main">
              <a:ext uri="{FF2B5EF4-FFF2-40B4-BE49-F238E27FC236}">
                <a16:creationId xmlns:a16="http://schemas.microsoft.com/office/drawing/2014/main" id="{8D515379-491E-4E8D-87D4-86682928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55474463-A411-4B30-B970-C54B1857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75164BA5-9E8F-4038-B86D-DB1012DF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5B661736-839F-40FE-BE6E-555E09EE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6CA437B4-F5A2-4B8C-AA37-22CA947F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B255F75A-B562-4BD3-BF8B-6C71098E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B891802C-7ABF-4254-977A-6D567E36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5" name="c7">
            <a:extLst xmlns:a="http://schemas.openxmlformats.org/drawingml/2006/main">
              <a:ext uri="{FF2B5EF4-FFF2-40B4-BE49-F238E27FC236}">
                <a16:creationId xmlns:a16="http://schemas.microsoft.com/office/drawing/2014/main" id="{8C8B8057-D7BA-4727-B451-02C2DAAB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7927982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06　第二包：c4 可以晚一點出發">
            <a:extLst xmlns:a="http://schemas.openxmlformats.org/drawingml/2006/main">
              <a:ext uri="{FF2B5EF4-FFF2-40B4-BE49-F238E27FC236}">
                <a16:creationId xmlns:a16="http://schemas.microsoft.com/office/drawing/2014/main" id="{E05FC620-0725-4CA2-9A45-1A61DCF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06　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：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嘗試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到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  <a:endParaRPr sz="3900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19D433A9-17F8-450C-B703-07AD9B8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F33E790-6E8A-4FCA-B541-128DB59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45B80B67-06EC-4616-86B5-B664BEE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1AAAE22A-AE1C-4B14-8F53-06C2862D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B8DAFD26-6057-472E-9DCB-1CF6CBE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400BEEDB-DA0D-49C9-8177-02C3AC1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86116AA8-4BF0-409E-82EC-CF1D583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8CF18DC8-1315-44C0-9460-934102C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BC87DCC0-E121-4B4D-91F5-70B5970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BA8FCD4-4320-458F-84B6-F73744FB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EAFA6B46-A848-4972-B4DF-DE9965D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77380A76-372D-4BC5-88CB-D01B7CA5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E2E7CB96-5DEF-4F00-92A0-B2012ED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3624C2CF-1DB7-4B17-9BC1-AB1FA9D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85ADE627-11F5-400B-B09B-826B87E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D5EA88-A1C5-45AD-B960-3087B36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A0AA6BA4-B0A5-4D4F-B643-E012700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135D8761-9A47-474E-84F7-F3DC1072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0C7E713-6BFB-4A05-9B50-293F2BD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770125E-8638-41E4-94CB-D80AD18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D1EFF14-E4B5-4124-8DDF-C903195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2EC13233-7A54-41B6-A921-91C816F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BAD74B4E-25A9-49BF-9BF8-4748B8B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F2DE4FF0-FE98-48D5-B41F-2C441B3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D10C5FE-9DAA-4B45-B700-7F76DC0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CD0C6B7E-1359-438C-B142-A919268E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7B30FFFF-C7C9-4E35-AD28-8F23ED1C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59E19A19-B6FA-4282-84C6-F8F99B0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10B240B-DB40-49E0-B9AD-1B31BBE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1F4765EC-01B2-48BC-B5BC-1AA2629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E3250E1B-D55A-4119-8ECA-D75D78E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D57A3D9-2188-49D3-8E72-50F6B46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13803B5-CAB0-4096-8081-AC6D9F4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FA7A6FE5-A0FD-451E-8BCC-0E9CB7B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29A7B02-6E64-4722-B6A0-BEC316CF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9" name="c4 窗口">
            <a:extLst xmlns:a="http://schemas.openxmlformats.org/drawingml/2006/main">
              <a:ext uri="{FF2B5EF4-FFF2-40B4-BE49-F238E27FC236}">
                <a16:creationId xmlns:a16="http://schemas.microsoft.com/office/drawing/2014/main" id="{D052BE38-2241-4D42-AEF5-E983FE5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</a:t>
            </a: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 </a:t>
            </a:r>
            <a:endParaRPr sz="1800">
              <a:solidFill>
                <a:srgbClr val="666666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88101D12-A911-4FF1-BE60-950EDD2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120D5AB-84B7-45AB-B03D-E0C715E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選 s=7">
            <a:extLst xmlns:a="http://schemas.openxmlformats.org/drawingml/2006/main">
              <a:ext uri="{FF2B5EF4-FFF2-40B4-BE49-F238E27FC236}">
                <a16:creationId xmlns:a16="http://schemas.microsoft.com/office/drawing/2014/main" id="{8322792D-ED22-48B3-A41B-2DA6CADC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第二包發送</a:t>
            </a:r>
            <a:endParaRPr sz="1800">
              <a:solidFill>
                <a:srgbClr val="666666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3318D09D-78E2-4AC4-BCD0-D3C6A8E4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F6BD5CB-9321-4866-B73B-FC83353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9F0BDD52-D02B-49FB-94BF-473169D5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選 s=8">
            <a:extLst xmlns:a="http://schemas.openxmlformats.org/drawingml/2006/main">
              <a:ext uri="{FF2B5EF4-FFF2-40B4-BE49-F238E27FC236}">
                <a16:creationId xmlns:a16="http://schemas.microsoft.com/office/drawing/2014/main" id="{5AFF8C70-CC83-499E-8E38-680F930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B</a:t>
            </a: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接收</a:t>
            </a:r>
            <a:endParaRPr sz="1800">
              <a:solidFill>
                <a:srgbClr val="666666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29058A65-8316-4B8B-8C17-65096B1A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08F10BE-8FDC-4AE0-8FD6-2B9FEF8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8881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0BBB1A70-AF5A-4959-BE75-86A9F6B7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836" y="3076575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6391F569-B683-4D01-B438-5606E50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BDBB2692-7017-4138-BFE9-61B2C1E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982E55B2-C51C-49F2-ADB5-BDA3FAB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0342F2D7-6D4A-4D0A-9625-8CA086C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7">
            <a:extLst xmlns:a="http://schemas.openxmlformats.org/drawingml/2006/main">
              <a:ext uri="{FF2B5EF4-FFF2-40B4-BE49-F238E27FC236}">
                <a16:creationId xmlns:a16="http://schemas.microsoft.com/office/drawing/2014/main" id="{6E3BC2E1-3939-4AC0-8CA5-6C5D7615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6AD3A57B-0B8D-4382-86F5-AD9A699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8">
            <a:extLst xmlns:a="http://schemas.openxmlformats.org/drawingml/2006/main">
              <a:ext uri="{FF2B5EF4-FFF2-40B4-BE49-F238E27FC236}">
                <a16:creationId xmlns:a16="http://schemas.microsoft.com/office/drawing/2014/main" id="{3114FB99-6549-42A3-8D76-D5A9BAF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DC1893D3-A373-4312-AE56-BD89E42E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9">
            <a:extLst xmlns:a="http://schemas.openxmlformats.org/drawingml/2006/main">
              <a:ext uri="{FF2B5EF4-FFF2-40B4-BE49-F238E27FC236}">
                <a16:creationId xmlns:a16="http://schemas.microsoft.com/office/drawing/2014/main" id="{2A244C03-5CF7-4F3C-8F36-B68040B1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024A77D6-7409-4B72-99AA-1F51449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10">
            <a:extLst xmlns:a="http://schemas.openxmlformats.org/drawingml/2006/main">
              <a:ext uri="{FF2B5EF4-FFF2-40B4-BE49-F238E27FC236}">
                <a16:creationId xmlns:a16="http://schemas.microsoft.com/office/drawing/2014/main" id="{176B7692-54C5-44E4-A144-A3FBB5A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68F88133-DA23-4682-B08C-D8AF84C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₂：B,8　　L₃：B,9（候選）">
            <a:extLst xmlns:a="http://schemas.openxmlformats.org/drawingml/2006/main">
              <a:ext uri="{FF2B5EF4-FFF2-40B4-BE49-F238E27FC236}">
                <a16:creationId xmlns:a16="http://schemas.microsoft.com/office/drawing/2014/main" id="{8CB56EE0-33C2-43BB-806D-D459BD0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L₂：B,8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第 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8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秒完整抵達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　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9D31C52F-7D79-4D66-BE9D-9FF6F13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₁(B,2)]">
            <a:extLst xmlns:a="http://schemas.openxmlformats.org/drawingml/2006/main">
              <a:ext uri="{FF2B5EF4-FFF2-40B4-BE49-F238E27FC236}">
                <a16:creationId xmlns:a16="http://schemas.microsoft.com/office/drawing/2014/main" id="{F19ED264-E568-49C4-B151-E1B49963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C4D5A64A-BADD-468F-B790-06053F3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67C0814D-3E07-48DE-A85F-DE0E1B3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CAD68F5F-AD77-47D3-912F-4837618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₁(B,2), L₂(B,8)]；L₃ 待比較">
            <a:extLst xmlns:a="http://schemas.openxmlformats.org/drawingml/2006/main">
              <a:ext uri="{FF2B5EF4-FFF2-40B4-BE49-F238E27FC236}">
                <a16:creationId xmlns:a16="http://schemas.microsoft.com/office/drawing/2014/main" id="{F3F40E6D-34C6-4217-A227-DAB96DA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[L₁(c3,2,1,L₀), L₂(c4,8,7,L₀)]；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CA74896D-BDC5-4CBE-BE43-F4F98F5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A10BA53B-B2AD-4629-97F6-CECACB20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ABB235CD-575E-44C8-B9C7-D6D63292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4CA9365B-9B2D-4FCA-B71D-2CD372E8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429ECE8B-E9CE-47EC-BF26-FB23C63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44463BA9-9DE0-4008-8CB8-B23008E7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5D9A36DA-61EC-417B-9C40-FE340C5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9238171C-CB84-4885-A0E7-2272156A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86B20D56-32A1-48CE-9EE0-05051F17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5036697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23A5F0-C41B-4474-A794-CD5D616C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圖解 1：接收時間篩選的輸入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F31E5-00E9-4005-ABBE-BA04B049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CD2F5-5CA5-4DC1-BDC2-E900BC82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c4：A →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37E4B-56EA-43CF-93D9-8BA15984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開放 7～9 秒，速率 4 MB/s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014EF-FF68-40B8-BE2B-EA7D130E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本包 S = 4 MB，傳播延遲 =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6007C-E3C0-4585-8011-0DB6E529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來源已備妥，枚舉間隔 Δ = 1 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D3003-B55B-4022-B34E-B89E5D0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的既有占用 O_B(t)（MB）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13D06-B142-45EB-A89B-F7D0AB22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333875" cy="2333625"/>
          </a:xfrm>
          <a:custGeom xmlns:a="http://schemas.openxmlformats.org/drawingml/2006/main">
            <a:pathLst>
              <a:path w="4333875" h="2333625">
                <a:moveTo>
                  <a:pt x="0" y="0"/>
                </a:moveTo>
                <a:lnTo>
                  <a:pt x="0" y="2333625"/>
                </a:lnTo>
                <a:lnTo>
                  <a:pt x="4333875" y="2333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8FE53-483E-4283-B1BC-DAE3532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A5A23-444D-4712-8023-1D85DFB5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9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5C408-45F9-496C-B77E-C26708A9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813" y="452437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3BF5D-20C2-46D8-AED4-4A0681DD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13" y="4619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A413A-9E7F-4366-AFE4-2B524DF2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125" y="452437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3B5F7-B012-4E78-BA68-3036A7D3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825" y="4619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0A308-C262-48AF-B298-C1B4BD05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52437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207C0-4BDC-4888-9233-A8075899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138" y="4619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56378-CF82-4948-9887-B9D77F8E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5750" y="452437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14A6C-5A46-49AE-93C2-17129259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4619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F5423-5681-4152-94EC-04F54182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063" y="452437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25617-AD53-472D-B888-E1DD9B3D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763" y="4619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7BBC9-9A46-472B-BABC-377F1467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52437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A34E6-D5A7-4B61-A590-7FF8E2FC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619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3C5245-A24A-4F35-A765-2C21EBA0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6196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214E3C-384B-45F5-85CA-2168D786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81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D7361-2575-4BA3-B783-F02F47F0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478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25305E-ECF5-4E2A-AF0B-065ADEA3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333875" cy="9525"/>
          </a:xfrm>
          <a:custGeom xmlns:a="http://schemas.openxmlformats.org/drawingml/2006/main">
            <a:pathLst>
              <a:path w="4333875" h="9525">
                <a:moveTo>
                  <a:pt x="0" y="0"/>
                </a:moveTo>
                <a:lnTo>
                  <a:pt x="433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7777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F5DB21-7BFE-4FFD-A326-EAC71A57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444" y="18288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上限 4 MB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CFFF95-D6B0-480A-980B-913B6D26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333875" cy="2333625"/>
          </a:xfrm>
          <a:custGeom xmlns:a="http://schemas.openxmlformats.org/drawingml/2006/main">
            <a:pathLst>
              <a:path w="4333875" h="2333625">
                <a:moveTo>
                  <a:pt x="0" y="2333625"/>
                </a:moveTo>
                <a:lnTo>
                  <a:pt x="722313" y="2333625"/>
                </a:lnTo>
                <a:lnTo>
                  <a:pt x="1083469" y="0"/>
                </a:lnTo>
                <a:lnTo>
                  <a:pt x="2166938" y="0"/>
                </a:lnTo>
                <a:lnTo>
                  <a:pt x="2528094" y="2333625"/>
                </a:lnTo>
                <a:lnTo>
                  <a:pt x="4333875" y="23336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2E3176-B9D3-495A-9AE6-DF6262A2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C7670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C76706"/>
                </a:solidFill>
                <a:latin typeface="DFKai-SB"/>
                <a:ea typeface="DFKai-SB"/>
                <a:cs typeface="DFKai-SB"/>
              </a:rPr>
              <a:t>橘線：第一包已接受的預約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697577-C01D-4252-A773-F013F917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計算 1 秒傳輸時間，再用 B 的占用曲線檢查接收。</a:t>
            </a:r>
          </a:p>
        </p:txBody>
      </p:sp>
    </p:spTree>
    <p:extLst>
      <p:ext uri="{BB962C8B-B14F-4D97-AF65-F5344CB8AC3E}">
        <p14:creationId xmlns:p14="http://schemas.microsoft.com/office/powerpoint/2010/main" val="8693765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E25922-587D-4DE9-B34D-5D50498E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圖解 2：由 contact 得到候選起送時間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7F303-FA7F-4C30-B272-A46E59A9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1ED04-4C55-46BB-9599-67AE4242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傳輸時間 = 4 MB ÷ 4 MB/s = 1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D90EC-22CF-4D1C-95BC-58A69CA7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最早起送 7 秒，最晚起送 9 − 1 = 8 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ACB29-8479-4F68-A7F8-BAB6614E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718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 時窗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D87DE-EF60-47BD-8A51-2D49FC0E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62300"/>
            <a:ext cx="7524750" cy="9525"/>
          </a:xfrm>
          <a:custGeom xmlns:a="http://schemas.openxmlformats.org/drawingml/2006/main">
            <a:pathLst>
              <a:path w="7524750" h="9525">
                <a:moveTo>
                  <a:pt x="0" y="0"/>
                </a:moveTo>
                <a:lnTo>
                  <a:pt x="752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F8EDE-9B66-4C40-8E1D-E9102609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 = 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479DC-3BE3-4F54-8607-52BA9A5F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7524750" cy="9525"/>
          </a:xfrm>
          <a:custGeom xmlns:a="http://schemas.openxmlformats.org/drawingml/2006/main">
            <a:pathLst>
              <a:path w="7524750" h="9525">
                <a:moveTo>
                  <a:pt x="0" y="0"/>
                </a:moveTo>
                <a:lnTo>
                  <a:pt x="752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6165E-169C-4A19-AF34-711387B9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053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 =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90162-55FA-4CB8-8D4D-319E27DC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7524750" cy="9525"/>
          </a:xfrm>
          <a:custGeom xmlns:a="http://schemas.openxmlformats.org/drawingml/2006/main">
            <a:pathLst>
              <a:path w="7524750" h="9525">
                <a:moveTo>
                  <a:pt x="0" y="0"/>
                </a:moveTo>
                <a:lnTo>
                  <a:pt x="752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A98DD-DF92-4B49-ABAB-16268149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 = 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49179-48B3-409B-B55A-930D979A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62550"/>
            <a:ext cx="7524750" cy="9525"/>
          </a:xfrm>
          <a:custGeom xmlns:a="http://schemas.openxmlformats.org/drawingml/2006/main">
            <a:pathLst>
              <a:path w="7524750" h="9525">
                <a:moveTo>
                  <a:pt x="0" y="0"/>
                </a:moveTo>
                <a:lnTo>
                  <a:pt x="752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617D4-F400-4DFF-AB33-73E7366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688" y="3048000"/>
            <a:ext cx="1254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16FE7-9372-48E6-9B99-38ACA29A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688" y="3714750"/>
            <a:ext cx="62706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B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B71DA-C0CB-4D44-88EC-06668B1F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50" y="4381500"/>
            <a:ext cx="62706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B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BBE98-A92F-46B3-B95B-CC3D97C7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5048250"/>
            <a:ext cx="62706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B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722AF-578C-4837-BC8F-B52667C3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250" y="3638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候選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27D7C-ED0B-447B-9AB2-6732B8A5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3" y="4305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候選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86519-148B-4292-BA2E-4849E4B4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275" y="4972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52C2C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52C2C"/>
                </a:solidFill>
                <a:latin typeface="DFKai-SB"/>
                <a:ea typeface="DFKai-SB"/>
                <a:cs typeface="DFKai-SB"/>
              </a:rPr>
              <a:t>超出時窗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462D1-7D3C-4905-B4EE-867077D6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5F4E9-1412-48C9-AC9B-6E4979BC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913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18169-9488-49C8-A8B4-AC7F5379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975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F5F5C5-01CB-4ED0-BF4A-491FF290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71664-565A-411B-B588-AC038B2B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0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0F8E2-DE73-46BC-B5E4-B0A16906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163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E2A11-B916-4DB3-A80E-92AAED3A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8A7D93-FB05-44E4-977B-A636996B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288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A0041-F235-4CCA-B562-8831FAF7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350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0EDA57-8028-4A7B-A2F0-234AF3A0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413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D73DA-3B78-4A55-9082-6E86DEA1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475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3F142F-111E-476B-BE06-D9F4C432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538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552AAC-C064-4957-B42E-623E2461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12D574-2F36-40A4-BA7D-E6431937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76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1B91DE-2E2D-4174-8C4A-513F9902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輸入接收端檢查的候選時間：{7, 8}</a:t>
            </a:r>
          </a:p>
        </p:txBody>
      </p:sp>
    </p:spTree>
    <p:extLst>
      <p:ext uri="{BB962C8B-B14F-4D97-AF65-F5344CB8AC3E}">
        <p14:creationId xmlns:p14="http://schemas.microsoft.com/office/powerpoint/2010/main" val="9290680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E6DD47-58A5-4590-BDDB-AE0ECE20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圖解 3：逐一檢查 B 的接收占用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E5C0B-EBEB-463C-BBD2-3791281D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FBF15-D563-43D8-89B5-61D411CA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573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橘：既有占用    藍：本包接收量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D1855-E744-4429-B859-88BB968D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0027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 = 7：接收 7～8 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6BDA5-2B32-4628-BEE1-D1984CD4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4095750" cy="1952625"/>
          </a:xfrm>
          <a:custGeom xmlns:a="http://schemas.openxmlformats.org/drawingml/2006/main">
            <a:pathLst>
              <a:path w="4095750" h="1952625">
                <a:moveTo>
                  <a:pt x="0" y="0"/>
                </a:moveTo>
                <a:lnTo>
                  <a:pt x="0" y="1952625"/>
                </a:lnTo>
                <a:lnTo>
                  <a:pt x="409575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E13A0-D8E9-4AFF-B008-871EE6A5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20499-A21D-4611-BCD0-E4F66C95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48358-7758-4E8F-93B2-7D1AA639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3F9E8-9EC9-4722-83C5-9F9176A0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450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26507-6B70-4C30-9AF5-98F7E601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375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0F655-ABDA-4AEE-A6D9-925870EE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075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AB15D-8E3F-4539-9212-FB5B96A0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C8E5A-A060-412F-99CE-49DE141F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01403-03A3-4F20-887C-3B311914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E1144-FC7D-4F87-A890-CB7156A5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325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77981-27B9-48A2-A09E-628B5D0A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0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254A3-A905-4A52-95DD-FC1DF82C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950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25EAE-14C2-4AC8-AA59-04D872F2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FBF77-D194-4575-B3DB-F7691B41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F1475-012A-4B1F-86FA-B964993D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62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D75A1-8932-41F3-A16C-A56BF944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A6534-059F-479D-8E14-59D022ED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57692-6A05-432F-90D7-16C3ABBD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4095750" cy="9525"/>
          </a:xfrm>
          <a:custGeom xmlns:a="http://schemas.openxmlformats.org/drawingml/2006/main"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7777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7C584-1FAA-4107-8604-DC980709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413" y="23526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上限 4 MB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935124-9FCE-4BC7-933F-CF678844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4095750" cy="1952625"/>
          </a:xfrm>
          <a:custGeom xmlns:a="http://schemas.openxmlformats.org/drawingml/2006/main">
            <a:pathLst>
              <a:path w="4095750" h="1952625">
                <a:moveTo>
                  <a:pt x="0" y="1952625"/>
                </a:moveTo>
                <a:lnTo>
                  <a:pt x="682625" y="1952625"/>
                </a:lnTo>
                <a:lnTo>
                  <a:pt x="1023938" y="0"/>
                </a:lnTo>
                <a:lnTo>
                  <a:pt x="2047875" y="0"/>
                </a:lnTo>
                <a:lnTo>
                  <a:pt x="2389188" y="1952625"/>
                </a:lnTo>
                <a:lnTo>
                  <a:pt x="409575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216AC2-B5A2-4396-A993-6D448BD3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313" y="2714625"/>
            <a:ext cx="341312" cy="1952625"/>
          </a:xfrm>
          <a:custGeom xmlns:a="http://schemas.openxmlformats.org/drawingml/2006/main">
            <a:pathLst>
              <a:path w="341312" h="1952625">
                <a:moveTo>
                  <a:pt x="0" y="1952625"/>
                </a:moveTo>
                <a:lnTo>
                  <a:pt x="3413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46BB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6D6981-76E5-45C5-A847-7FE62F63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002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 = 8：接收 8～9 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70653E-AE28-4367-90AA-7EA06D78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14625"/>
            <a:ext cx="3524250" cy="1952625"/>
          </a:xfrm>
          <a:custGeom xmlns:a="http://schemas.openxmlformats.org/drawingml/2006/main">
            <a:pathLst>
              <a:path w="3524250" h="1952625">
                <a:moveTo>
                  <a:pt x="0" y="0"/>
                </a:moveTo>
                <a:lnTo>
                  <a:pt x="0" y="1952625"/>
                </a:lnTo>
                <a:lnTo>
                  <a:pt x="352425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F988EF-8498-4A92-B9C5-7FD23F96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0AB194-0A0C-4A3A-ABED-CEF9A73F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8A8BD6-D52B-4A28-98EC-2A4B8870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4E178B-2BE0-4459-8AD9-6F11239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700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F39F9F-B210-48F6-8A93-F4B1E8BD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1375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F6C316-0642-4F3F-9252-859719D0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652689-795A-4180-8109-AF87C822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69672A-0341-4752-A85E-15CC61B4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74A5FD-8C99-4531-A1B3-71E49AA3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125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D55FCB-A646-4FD6-A8D5-9F264CD3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25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E4F33E-1678-4063-B4B6-FC38E5FB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0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AC8CD8-3A31-4E1D-9C6B-7EBBF8D7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200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613B24-F3A9-4E94-84D7-1417BA80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67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024328-5C42-4606-BB98-5BC017D1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4762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D53A35-1C4D-43B1-BCBC-704B6DE7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762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7EFF02-E47D-4FF5-99AC-43D1004C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243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74049A-310F-458A-8F70-A6AF7312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F6FE47-ACD5-432E-B250-745D72BD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14625"/>
            <a:ext cx="3524250" cy="9525"/>
          </a:xfrm>
          <a:custGeom xmlns:a="http://schemas.openxmlformats.org/drawingml/2006/main"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77777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6B139F-865F-49C2-B9EA-7DCEE8BA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338" y="23526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上限 4 MB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C909EB-DC5D-4B0F-957E-7E0CAF57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14625"/>
            <a:ext cx="3524250" cy="1952625"/>
          </a:xfrm>
          <a:custGeom xmlns:a="http://schemas.openxmlformats.org/drawingml/2006/main">
            <a:pathLst>
              <a:path w="3524250" h="1952625">
                <a:moveTo>
                  <a:pt x="0" y="1952625"/>
                </a:moveTo>
                <a:lnTo>
                  <a:pt x="587375" y="1952625"/>
                </a:lnTo>
                <a:lnTo>
                  <a:pt x="881063" y="0"/>
                </a:lnTo>
                <a:lnTo>
                  <a:pt x="1762125" y="0"/>
                </a:lnTo>
                <a:lnTo>
                  <a:pt x="2055813" y="1952625"/>
                </a:lnTo>
                <a:lnTo>
                  <a:pt x="352425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02531F-167B-4B04-A89B-AA9480F4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125" y="2714625"/>
            <a:ext cx="293688" cy="1952625"/>
          </a:xfrm>
          <a:custGeom xmlns:a="http://schemas.openxmlformats.org/drawingml/2006/main">
            <a:pathLst>
              <a:path w="293688" h="1952625">
                <a:moveTo>
                  <a:pt x="0" y="1952625"/>
                </a:moveTo>
                <a:lnTo>
                  <a:pt x="2936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46BB1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170092-4B46-4F18-88C7-DAD9C733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接收期間：0 + 本包接收量 ≤ 4 MB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BB49F1-1719-4A3C-8F11-4FBF02C7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7 秒與 8 秒都通過接收檢查，收完後的等待另行判斷。</a:t>
            </a:r>
          </a:p>
        </p:txBody>
      </p:sp>
    </p:spTree>
    <p:extLst>
      <p:ext uri="{BB962C8B-B14F-4D97-AF65-F5344CB8AC3E}">
        <p14:creationId xmlns:p14="http://schemas.microsoft.com/office/powerpoint/2010/main" val="1516372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ADFA0-7A05-41E4-A4B5-42B0BB71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圖解 4：輸出時間，再接回 Label 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740CB-3561-482A-8F08-FE70C9DC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695F4-7E34-4AB9-882E-0BC0FB78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輸入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F9A9B-6FDB-4A70-81E9-5C16ABAC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c4、4 MB、B 占用曲線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4E75E-5C68-4D91-B129-9963208C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478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AF76B-B056-47CD-833D-39CF7F6D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接收篩選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137F1-A9F8-4666-9F0A-5EEC0931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可行起送時間 {7, 8}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CE2E5-A0CA-4D1B-9212-B0064A2D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003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E9FCD-F757-47E2-9255-46BA060A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其餘檢查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1666E-CB26-4885-AD17-A9A5AD5A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容量、時段、傳送端 Buffer、期限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F5E4A-8029-4F6A-B96E-871D25DA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其餘檢查通過後，才建立候選 Label：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E1851-F5FB-437A-969E-14B49835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s=7：(c4, 8, 7, L₀)     s=8：(c4, 9, 8, L₀)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2BBE4-BF8D-41B3-84EE-117DBADE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接著做支配判斷，再更新 Q；接收可行不等於整條路徑可行。</a:t>
            </a:r>
          </a:p>
        </p:txBody>
      </p:sp>
    </p:spTree>
    <p:extLst>
      <p:ext uri="{BB962C8B-B14F-4D97-AF65-F5344CB8AC3E}">
        <p14:creationId xmlns:p14="http://schemas.microsoft.com/office/powerpoint/2010/main" val="61190968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06　第二包：c4 可以晚一點出發">
            <a:extLst xmlns:a="http://schemas.openxmlformats.org/drawingml/2006/main">
              <a:ext uri="{FF2B5EF4-FFF2-40B4-BE49-F238E27FC236}">
                <a16:creationId xmlns:a16="http://schemas.microsoft.com/office/drawing/2014/main" id="{E05FC620-0725-4CA2-9A45-1A61DCF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06　第二包：c4 可以晚一點出發</a:t>
            </a: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19D433A9-17F8-450C-B703-07AD9B8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15</a:t>
            </a:r>
          </a:p>
        </p:txBody>
      </p:sp>
      <p:sp>
        <p:nvSpPr>
          <p:cNvPr id="3" name="c4 的窗口為 7～9 秒，整包需 1 秒，所以起始時間只有 7">
            <a:extLst xmlns:a="http://schemas.openxmlformats.org/drawingml/2006/main">
              <a:ext uri="{FF2B5EF4-FFF2-40B4-BE49-F238E27FC236}">
                <a16:creationId xmlns:a16="http://schemas.microsoft.com/office/drawing/2014/main" id="{153412B1-F4E7-4914-B5CE-B64A5FB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Δ=1 秒，c4 開放 7～9 秒、整包需 1 秒，枚舉 s=7、8。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F33E790-6E8A-4FCA-B541-128DB59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45B80B67-06EC-4616-86B5-B664BEE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1AAAE22A-AE1C-4B14-8F53-06C2862D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B8DAFD26-6057-472E-9DCB-1CF6CBE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400BEEDB-DA0D-49C9-8177-02C3AC1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86116AA8-4BF0-409E-82EC-CF1D583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8CF18DC8-1315-44C0-9460-934102C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BC87DCC0-E121-4B4D-91F5-70B5970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BA8FCD4-4320-458F-84B6-F73744FB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EAFA6B46-A848-4972-B4DF-DE9965D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77380A76-372D-4BC5-88CB-D01B7CA5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E2E7CB96-5DEF-4F00-92A0-B2012ED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3624C2CF-1DB7-4B17-9BC1-AB1FA9D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85ADE627-11F5-400B-B09B-826B87E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D5EA88-A1C5-45AD-B960-3087B36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A0AA6BA4-B0A5-4D4F-B643-E012700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135D8761-9A47-474E-84F7-F3DC1072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0C7E713-6BFB-4A05-9B50-293F2BD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770125E-8638-41E4-94CB-D80AD18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D1EFF14-E4B5-4124-8DDF-C903195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2EC13233-7A54-41B6-A921-91C816F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BAD74B4E-25A9-49BF-9BF8-4748B8B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F2DE4FF0-FE98-48D5-B41F-2C441B3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D10C5FE-9DAA-4B45-B700-7F76DC0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CD0C6B7E-1359-438C-B142-A919268E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7B30FFFF-C7C9-4E35-AD28-8F23ED1C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59E19A19-B6FA-4282-84C6-F8F99B0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10B240B-DB40-49E0-B9AD-1B31BBE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1F4765EC-01B2-48BC-B5BC-1AA2629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E3250E1B-D55A-4119-8ECA-D75D78E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D57A3D9-2188-49D3-8E72-50F6B46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13803B5-CAB0-4096-8081-AC6D9F4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FA7A6FE5-A0FD-451E-8BCC-0E9CB7B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29A7B02-6E64-4722-B6A0-BEC316CF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同一條 c4，兩個發送選擇">
            <a:extLst xmlns:a="http://schemas.openxmlformats.org/drawingml/2006/main">
              <a:ext uri="{FF2B5EF4-FFF2-40B4-BE49-F238E27FC236}">
                <a16:creationId xmlns:a16="http://schemas.microsoft.com/office/drawing/2014/main" id="{A830BCF3-5371-4852-A713-4CE62C30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同一條 c4，兩個候選開始時間</a:t>
            </a:r>
          </a:p>
        </p:txBody>
      </p:sp>
      <p:sp>
        <p:nvSpPr>
          <p:cNvPr id="39" name="c4 窗口">
            <a:extLst xmlns:a="http://schemas.openxmlformats.org/drawingml/2006/main">
              <a:ext uri="{FF2B5EF4-FFF2-40B4-BE49-F238E27FC236}">
                <a16:creationId xmlns:a16="http://schemas.microsoft.com/office/drawing/2014/main" id="{D052BE38-2241-4D42-AEF5-E983FE5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 窗口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88101D12-A911-4FF1-BE60-950EDD2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120D5AB-84B7-45AB-B03D-E0C715E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2" name="選 s=7">
            <a:extLst xmlns:a="http://schemas.openxmlformats.org/drawingml/2006/main">
              <a:ext uri="{FF2B5EF4-FFF2-40B4-BE49-F238E27FC236}">
                <a16:creationId xmlns:a16="http://schemas.microsoft.com/office/drawing/2014/main" id="{8322792D-ED22-48B3-A41B-2DA6CADC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選 s=7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3318D09D-78E2-4AC4-BCD0-D3C6A8E4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F6BD5CB-9321-4866-B73B-FC83353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9F0BDD52-D02B-49FB-94BF-473169D5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選 s=8">
            <a:extLst xmlns:a="http://schemas.openxmlformats.org/drawingml/2006/main">
              <a:ext uri="{FF2B5EF4-FFF2-40B4-BE49-F238E27FC236}">
                <a16:creationId xmlns:a16="http://schemas.microsoft.com/office/drawing/2014/main" id="{5AFF8C70-CC83-499E-8E38-680F930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選 s=8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29058A65-8316-4B8B-8C17-65096B1A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08F10BE-8FDC-4AE0-8FD6-2B9FEF8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0BBB1A70-AF5A-4959-BE75-86A9F6B7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6391F569-B683-4D01-B438-5606E50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BDBB2692-7017-4138-BFE9-61B2C1E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982E55B2-C51C-49F2-ADB5-BDA3FAB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0342F2D7-6D4A-4D0A-9625-8CA086C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7">
            <a:extLst xmlns:a="http://schemas.openxmlformats.org/drawingml/2006/main">
              <a:ext uri="{FF2B5EF4-FFF2-40B4-BE49-F238E27FC236}">
                <a16:creationId xmlns:a16="http://schemas.microsoft.com/office/drawing/2014/main" id="{6E3BC2E1-3939-4AC0-8CA5-6C5D7615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6AD3A57B-0B8D-4382-86F5-AD9A699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8">
            <a:extLst xmlns:a="http://schemas.openxmlformats.org/drawingml/2006/main">
              <a:ext uri="{FF2B5EF4-FFF2-40B4-BE49-F238E27FC236}">
                <a16:creationId xmlns:a16="http://schemas.microsoft.com/office/drawing/2014/main" id="{3114FB99-6549-42A3-8D76-D5A9BAF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DC1893D3-A373-4312-AE56-BD89E42E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9">
            <a:extLst xmlns:a="http://schemas.openxmlformats.org/drawingml/2006/main">
              <a:ext uri="{FF2B5EF4-FFF2-40B4-BE49-F238E27FC236}">
                <a16:creationId xmlns:a16="http://schemas.microsoft.com/office/drawing/2014/main" id="{2A244C03-5CF7-4F3C-8F36-B68040B1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024A77D6-7409-4B72-99AA-1F51449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10">
            <a:extLst xmlns:a="http://schemas.openxmlformats.org/drawingml/2006/main">
              <a:ext uri="{FF2B5EF4-FFF2-40B4-BE49-F238E27FC236}">
                <a16:creationId xmlns:a16="http://schemas.microsoft.com/office/drawing/2014/main" id="{176B7692-54C5-44E4-A144-A3FBB5A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68F88133-DA23-4682-B08C-D8AF84C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₂：B,8　　L₃：B,9（候選）">
            <a:extLst xmlns:a="http://schemas.openxmlformats.org/drawingml/2006/main">
              <a:ext uri="{FF2B5EF4-FFF2-40B4-BE49-F238E27FC236}">
                <a16:creationId xmlns:a16="http://schemas.microsoft.com/office/drawing/2014/main" id="{8CB56EE0-33C2-43BB-806D-D459BD0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</a:t>
            </a:r>
            <a:r>
              <a:rPr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</a:t>
            </a: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2025"/>
              <a:t>：</a:t>
            </a:r>
            <a:r>
              <a:rPr sz="2025"/>
              <a:t>7 </a:t>
            </a:r>
            <a:r>
              <a:rPr sz="2025"/>
              <a:t>秒起送，</a:t>
            </a:r>
            <a:r>
              <a:rPr sz="2025"/>
              <a:t>8 </a:t>
            </a:r>
            <a:r>
              <a:rPr sz="2025"/>
              <a:t>秒完整抵達 </a:t>
            </a:r>
            <a:r>
              <a:rPr sz="2025"/>
              <a:t>B</a:t>
            </a:r>
            <a:br>
              <a:rPr sz="2025"/>
            </a:b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</a:t>
            </a:r>
            <a:r>
              <a:rPr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3</a:t>
            </a: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2025"/>
              <a:t>：</a:t>
            </a:r>
            <a:r>
              <a:rPr sz="2025"/>
              <a:t>8 </a:t>
            </a:r>
            <a:r>
              <a:rPr sz="2025"/>
              <a:t>秒起送，</a:t>
            </a:r>
            <a:r>
              <a:rPr sz="2025"/>
              <a:t>9 </a:t>
            </a:r>
            <a:r>
              <a:rPr sz="2025"/>
              <a:t>秒完整抵達 </a:t>
            </a:r>
            <a:r>
              <a:rPr sz="2025"/>
              <a:t>B</a:t>
            </a:r>
            <a:endParaRPr sz="2025">
              <a:solidFill>
                <a:srgbClr val="222222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9D31C52F-7D79-4D66-BE9D-9FF6F13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₁(B,2)]">
            <a:extLst xmlns:a="http://schemas.openxmlformats.org/drawingml/2006/main">
              <a:ext uri="{FF2B5EF4-FFF2-40B4-BE49-F238E27FC236}">
                <a16:creationId xmlns:a16="http://schemas.microsoft.com/office/drawing/2014/main" id="{F19ED264-E568-49C4-B151-E1B49963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053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 = (c3, 2, 1, L₀)]</a:t>
            </a:r>
            <a:endParaRPr sz="1650">
              <a:solidFill>
                <a:srgbClr val="222222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C4D5A64A-BADD-468F-B790-06053F3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67C0814D-3E07-48DE-A85F-DE0E1B3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CAD68F5F-AD77-47D3-912F-4837618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₁(B,2), L₂(B,8)]；L₃ 待比較">
            <a:extLst xmlns:a="http://schemas.openxmlformats.org/drawingml/2006/main">
              <a:ext uri="{FF2B5EF4-FFF2-40B4-BE49-F238E27FC236}">
                <a16:creationId xmlns:a16="http://schemas.microsoft.com/office/drawing/2014/main" id="{F3F40E6D-34C6-4217-A227-DAB96DA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 = (c3, 2, 1, L₀), L₂ = (c4, 8, 7, L₀)]; </a:t>
            </a: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L₃ </a:t>
            </a: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待比較</a:t>
            </a:r>
            <a:endParaRPr sz="1650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CA74896D-BDC5-4CBE-BE43-F4F98F5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A10BA53B-B2AD-4629-97F6-CECACB20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ABB235CD-575E-44C8-B9C7-D6D63292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4CA9365B-9B2D-4FCA-B71D-2CD372E8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429ECE8B-E9CE-47EC-BF26-FB23C63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44463BA9-9DE0-4008-8CB8-B23008E7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5D9A36DA-61EC-417B-9C40-FE340C5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9238171C-CB84-4885-A0E7-2272156A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86B20D56-32A1-48CE-9EE0-05051F17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270408996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07　支配圖解：保留 L₂，刪除 L₃">
            <a:extLst xmlns:a="http://schemas.openxmlformats.org/drawingml/2006/main">
              <a:ext uri="{FF2B5EF4-FFF2-40B4-BE49-F238E27FC236}">
                <a16:creationId xmlns:a16="http://schemas.microsoft.com/office/drawing/2014/main" id="{D61ED70F-1443-4E24-AA47-A3BBCB2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4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07　支配示例：L₂ 可等待至 L₃</a:t>
            </a:r>
          </a:p>
        </p:txBody>
      </p:sp>
      <p:sp>
        <p:nvSpPr>
          <p:cNvPr id="2" name="8">
            <a:extLst xmlns:a="http://schemas.openxmlformats.org/drawingml/2006/main">
              <a:ext uri="{FF2B5EF4-FFF2-40B4-BE49-F238E27FC236}">
                <a16:creationId xmlns:a16="http://schemas.microsoft.com/office/drawing/2014/main" id="{D544718B-A117-4694-83A9-CB5915A4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16</a:t>
            </a:r>
          </a:p>
        </p:txBody>
      </p:sp>
      <p:sp>
        <p:nvSpPr>
          <p:cNvPr id="3" name="L₂ 能等到第 9 秒，且 U₂=U₃，因此可以取代 L₃。">
            <a:extLst xmlns:a="http://schemas.openxmlformats.org/drawingml/2006/main">
              <a:ext uri="{FF2B5EF4-FFF2-40B4-BE49-F238E27FC236}">
                <a16:creationId xmlns:a16="http://schemas.microsoft.com/office/drawing/2014/main" id="{AFEA6227-0A7F-4D36-800F-BAB8C21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 與 L₃ 有相同前驅與 contact，且 L₂ 能持有整包等到第 9 秒。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95EFDD8D-412E-4918-848B-8B512A2F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91C20920-5DC8-4550-A752-3EF22E2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A6A3F27-24AF-44D4-AAE9-D873EDC6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8DAE5E2C-156B-433F-B581-751FE5C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A540871-C4F0-46BE-89E3-6A7F219F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56151C34-9887-4B90-AC31-7E48EFF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376574BC-8824-4875-9223-651C529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6C0F0C93-4673-4294-8F0A-0EF0C091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9062C76-D6A5-414F-9DB1-C67E425A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E3007B2-BB5F-4EB7-A635-B7CAE25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FACDC8EC-FDB5-43CB-B0DA-185F953A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3E38D82C-7AD2-4F52-A8D3-E846EA64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B2DBF9D9-DD87-48A2-98B8-87B73675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D735A489-3D22-4D4E-956A-BD3DDF9D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50A8F4C-4C9A-430E-A2B4-83271564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1CD66471-B866-4CFA-85C5-B1954B27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2DD892F1-4F69-4EFA-8791-59CD5534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A6D2A430-5BDA-4B6B-B433-883D2AF5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12671968-5FDA-4A94-A24A-1FDD007A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A2456E1-F262-4269-A347-063ED196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E0D08150-9928-4E22-927B-4D1442E0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03041FB8-AD06-44DE-814B-AD2A9BE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03E400B-AB1D-4296-BA08-B22746B4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E172CBC0-79D8-45CF-9E25-27B44CDC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AB166458-4328-404A-A637-2BAE5B1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6FB1689-58A1-4349-8900-B8E234A8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DAC002A5-9254-4294-BCDF-F169B55C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45D94C7-DF9A-44C7-83BC-149F1CE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4D7ED73C-1FE2-4070-A442-5DAEA15D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C928CCAF-1516-4C7C-8F1D-A3F31EA6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E187EBCF-C313-40F5-A213-B320DB6D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FE48EB9-FC9C-4E16-9C2E-03564FBA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9F9E53CC-588D-43B9-9B62-543177AC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6952D139-2DA7-4D13-9D2E-F92543F2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0CC3728-37A2-46B7-A2A1-92B7A74E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39" name="L₂：B,8">
            <a:extLst xmlns:a="http://schemas.openxmlformats.org/drawingml/2006/main">
              <a:ext uri="{FF2B5EF4-FFF2-40B4-BE49-F238E27FC236}">
                <a16:creationId xmlns:a16="http://schemas.microsoft.com/office/drawing/2014/main" id="{5C773199-8DCC-48E6-9DE0-882780E0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85950"/>
            <a:ext cx="1600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L₂：c4, A=8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E39F5BB-4C0B-4E14-9C75-25C38C1D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09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41" name="L₃：B,9">
            <a:extLst xmlns:a="http://schemas.openxmlformats.org/drawingml/2006/main">
              <a:ext uri="{FF2B5EF4-FFF2-40B4-BE49-F238E27FC236}">
                <a16:creationId xmlns:a16="http://schemas.microsoft.com/office/drawing/2014/main" id="{8BBFA650-2FE1-4354-B5D5-AA81E4B1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85950"/>
            <a:ext cx="1600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L₃：c4, A=9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BDAAD4DB-582E-4803-9441-5593A0BB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1238250" cy="9525"/>
          </a:xfrm>
          <a:custGeom xmlns:a="http://schemas.openxmlformats.org/drawingml/2006/main">
            <a:rect l="0" t="0" r="0" b="0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E51EB8B1-AB5A-4B65-B336-67F952A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535" y="20688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4" name="持有 4 MB 等待 1 秒">
            <a:extLst xmlns:a="http://schemas.openxmlformats.org/drawingml/2006/main">
              <a:ext uri="{FF2B5EF4-FFF2-40B4-BE49-F238E27FC236}">
                <a16:creationId xmlns:a16="http://schemas.microsoft.com/office/drawing/2014/main" id="{D11AE641-42E2-42BC-BB59-B65E2D9D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持有 4 MB 等待 1 秒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DBB44BB-07E9-4F68-895C-B931CF6F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4667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6" name="O_B(t)=0，總占用 4≤4">
            <a:extLst xmlns:a="http://schemas.openxmlformats.org/drawingml/2006/main">
              <a:ext uri="{FF2B5EF4-FFF2-40B4-BE49-F238E27FC236}">
                <a16:creationId xmlns:a16="http://schemas.microsoft.com/office/drawing/2014/main" id="{CD9AB3A7-CC23-4DD4-B19C-BC792A1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14700"/>
            <a:ext cx="455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O_B(t)=0，總占用 4≤4</a:t>
            </a:r>
          </a:p>
        </p:txBody>
      </p:sp>
      <p:sp>
        <p:nvSpPr>
          <p:cNvPr id="47" name="c4 用量相同：都是 4 MB">
            <a:extLst xmlns:a="http://schemas.openxmlformats.org/drawingml/2006/main">
              <a:ext uri="{FF2B5EF4-FFF2-40B4-BE49-F238E27FC236}">
                <a16:creationId xmlns:a16="http://schemas.microsoft.com/office/drawing/2014/main" id="{9D130305-EF1F-4DA5-BB2A-6E51A09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本例可等待至 9 秒。一般支配條件待證明。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C0F20A03-C7DE-4B36-9445-26E13861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24050"/>
            <a:ext cx="1447800" cy="381000"/>
          </a:xfrm>
          <a:custGeom xmlns:a="http://schemas.openxmlformats.org/drawingml/2006/main">
            <a:rect l="0" t="0" r="0" b="0"/>
            <a:pathLst>
              <a:path w="1447800" h="381000">
                <a:moveTo>
                  <a:pt x="0" y="0"/>
                </a:moveTo>
                <a:lnTo>
                  <a:pt x="14478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49" name="Q 原本">
            <a:extLst xmlns:a="http://schemas.openxmlformats.org/drawingml/2006/main">
              <a:ext uri="{FF2B5EF4-FFF2-40B4-BE49-F238E27FC236}">
                <a16:creationId xmlns:a16="http://schemas.microsoft.com/office/drawing/2014/main" id="{378D7D4B-23F8-4621-9BD4-8B45CCFA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0" name="[L₁(B,2), L₂(B,8)] ＋ 候選 L₃">
            <a:extLst xmlns:a="http://schemas.openxmlformats.org/drawingml/2006/main">
              <a:ext uri="{FF2B5EF4-FFF2-40B4-BE49-F238E27FC236}">
                <a16:creationId xmlns:a16="http://schemas.microsoft.com/office/drawing/2014/main" id="{BC7E88CA-A9CA-4948-A132-F0468A2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[L₁(c3,2,1,L₀), L₂(c4,8,7,L₀)] ＋ L₃(c4,9,8,L₀)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D0D2799F-B3BE-4A97-88BC-254FD02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88F9021F-897F-4659-B052-2CEEA607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3" name="Q 更新">
            <a:extLst xmlns:a="http://schemas.openxmlformats.org/drawingml/2006/main">
              <a:ext uri="{FF2B5EF4-FFF2-40B4-BE49-F238E27FC236}">
                <a16:creationId xmlns:a16="http://schemas.microsoft.com/office/drawing/2014/main" id="{CD5473A9-4625-4337-A117-60A41D3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4" name="[L₁(B,2), L₂(B,8)]；刪除 L₃">
            <a:extLst xmlns:a="http://schemas.openxmlformats.org/drawingml/2006/main">
              <a:ext uri="{FF2B5EF4-FFF2-40B4-BE49-F238E27FC236}">
                <a16:creationId xmlns:a16="http://schemas.microsoft.com/office/drawing/2014/main" id="{9196F14E-49A3-465C-B941-C755F15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[L₁(c3,2,1,L₀), L₂(c4,8,7,L₀)]；刪除 L₃</a:t>
            </a:r>
          </a:p>
        </p:txBody>
      </p:sp>
      <p:sp>
        <p:nvSpPr>
          <p:cNvPr id="56" name="c1">
            <a:extLst xmlns:a="http://schemas.openxmlformats.org/drawingml/2006/main">
              <a:ext uri="{FF2B5EF4-FFF2-40B4-BE49-F238E27FC236}">
                <a16:creationId xmlns:a16="http://schemas.microsoft.com/office/drawing/2014/main" id="{592916AA-90F5-4817-A568-83D31DE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57" name="c1">
            <a:extLst xmlns:a="http://schemas.openxmlformats.org/drawingml/2006/main">
              <a:ext uri="{FF2B5EF4-FFF2-40B4-BE49-F238E27FC236}">
                <a16:creationId xmlns:a16="http://schemas.microsoft.com/office/drawing/2014/main" id="{9B4D523E-0E5D-4CEF-88DA-AFF2547B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58" name="c1">
            <a:extLst xmlns:a="http://schemas.openxmlformats.org/drawingml/2006/main">
              <a:ext uri="{FF2B5EF4-FFF2-40B4-BE49-F238E27FC236}">
                <a16:creationId xmlns:a16="http://schemas.microsoft.com/office/drawing/2014/main" id="{3A962E29-555F-49A5-9440-9A1A0505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D35AB191-385B-4AF0-AB70-6783C13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8A43D693-26A1-4628-8987-F9582EA0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2C2A76E6-8474-49DF-9B69-8189B6C9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94F25F9B-9AE7-42E1-A241-1E472354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AC891370-39BF-46A5-BC4D-5B70AC6A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4" name="c7">
            <a:extLst xmlns:a="http://schemas.openxmlformats.org/drawingml/2006/main">
              <a:ext uri="{FF2B5EF4-FFF2-40B4-BE49-F238E27FC236}">
                <a16:creationId xmlns:a16="http://schemas.microsoft.com/office/drawing/2014/main" id="{6307F1CF-BAAA-4A2C-9EED-3D9ED6B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99353474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8　第二包：c6 到 C，重新排序">
            <a:extLst xmlns:a="http://schemas.openxmlformats.org/drawingml/2006/main">
              <a:ext uri="{FF2B5EF4-FFF2-40B4-BE49-F238E27FC236}">
                <a16:creationId xmlns:a16="http://schemas.microsoft.com/office/drawing/2014/main" id="{98C8BD8D-FC49-44F7-9B37-5687BB8C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4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08　第二包：L₄ 加入優先佇列 Q</a:t>
            </a:r>
          </a:p>
        </p:txBody>
      </p:sp>
      <p:sp>
        <p:nvSpPr>
          <p:cNvPr id="2" name="9">
            <a:extLst xmlns:a="http://schemas.openxmlformats.org/drawingml/2006/main">
              <a:ext uri="{FF2B5EF4-FFF2-40B4-BE49-F238E27FC236}">
                <a16:creationId xmlns:a16="http://schemas.microsoft.com/office/drawing/2014/main" id="{DDB39F33-8AAC-4CD9-9119-3C60348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17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858C9120-7C9D-4510-8F42-659F436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927A8D48-512B-4B47-9D9E-73CD1770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E1A0AFD-8D1F-4D5A-B3A2-6BD89CB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11B31B26-2F48-4733-904C-A67B373B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412A577-E1B4-465A-95E3-D5FF15EA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167A9FCC-B945-4124-8096-FA9C07BB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BDE74341-08FD-4CC9-ACAC-FF26D433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D9791898-D68E-4762-ADD8-E1A52C6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4BA5AC0-F619-4560-AA52-54E35085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BB28299C-7E6E-4C58-AD8E-B11F349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00410A22-BB82-4ACE-9904-5F979370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21AA2B2-9D7C-4BFB-AF22-6893245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FEEA1377-4ECE-4C9D-B894-4220AA30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D119FD7-6E16-45FB-9D48-660525FD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D7F9791-F30E-4881-825B-180B6B7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06C61122-347F-4A64-8948-2D047A52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DD99D4AE-EEAF-48CA-8FDF-184ADD2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5EA4A380-CC52-49AE-ACE1-6F6065D6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BF01687B-6368-42D9-B3F0-DFF1D670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683D774-512B-4E7F-92B7-F570125C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F5B9F7C-4408-45E4-80BE-C83EFE25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57C1B029-9DCF-415C-8180-2EAD0C85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45F4A15-54FF-4B42-B7D9-126E1D6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7DD1A5-E30E-413C-BB8F-5CBBBBE0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EBF1DDDF-4C23-4F37-9928-4C3A7E7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27F305A7-4C0A-45A0-92E1-CCACF922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3667BA52-0121-4428-BC00-C3B3CC82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A41FD5A-274C-49CA-B356-58C69E9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CEF8584F-DD04-4EEB-A8B4-CA3193B4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539F2DDF-4C0F-4569-BEE3-BD77C135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0633DA58-1740-4168-897A-B11CB3AA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E0E21D18-11A8-49D0-9CB4-BBB93378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B68C6B4B-711D-47AE-977A-6D7CC4F4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EDD2358-76AC-4740-A595-8191518C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A 發送">
            <a:extLst xmlns:a="http://schemas.openxmlformats.org/drawingml/2006/main">
              <a:ext uri="{FF2B5EF4-FFF2-40B4-BE49-F238E27FC236}">
                <a16:creationId xmlns:a16="http://schemas.microsoft.com/office/drawing/2014/main" id="{9DAF38CF-3BB1-4DA8-848D-F065A475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A 發送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4D5C9CC6-B463-43F4-8F1A-B1848BC8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13FDD66-0826-4381-880B-9D652B01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811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1" name="C 接收">
            <a:extLst xmlns:a="http://schemas.openxmlformats.org/drawingml/2006/main">
              <a:ext uri="{FF2B5EF4-FFF2-40B4-BE49-F238E27FC236}">
                <a16:creationId xmlns:a16="http://schemas.microsoft.com/office/drawing/2014/main" id="{D2BAC38F-8945-41F1-9D39-205B6B41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479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 接收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834690F6-7C95-4F91-9076-DA213D6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4B63596-AFF0-49B3-AC69-322B02C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90E27575-59C3-4419-9C91-13F17896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612CB3C1-6A39-4C0E-AF5E-9737A2A0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206F3C06-9BDA-45CD-89C7-D8DD14F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0">
            <a:extLst xmlns:a="http://schemas.openxmlformats.org/drawingml/2006/main">
              <a:ext uri="{FF2B5EF4-FFF2-40B4-BE49-F238E27FC236}">
                <a16:creationId xmlns:a16="http://schemas.microsoft.com/office/drawing/2014/main" id="{20355E26-C3D4-45FC-886F-16CEBB40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88D0AE09-151B-4816-A195-0411ED3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1">
            <a:extLst xmlns:a="http://schemas.openxmlformats.org/drawingml/2006/main">
              <a:ext uri="{FF2B5EF4-FFF2-40B4-BE49-F238E27FC236}">
                <a16:creationId xmlns:a16="http://schemas.microsoft.com/office/drawing/2014/main" id="{5B00E545-0997-4B81-9EB6-C97B9F8C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563EC069-7DAA-4EF6-8F06-F00364E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2">
            <a:extLst xmlns:a="http://schemas.openxmlformats.org/drawingml/2006/main">
              <a:ext uri="{FF2B5EF4-FFF2-40B4-BE49-F238E27FC236}">
                <a16:creationId xmlns:a16="http://schemas.microsoft.com/office/drawing/2014/main" id="{DC2DA935-17A3-4E21-8730-F662B1B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0FFC4BFA-1A5F-41A2-BB11-70B27D0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3">
            <a:extLst xmlns:a="http://schemas.openxmlformats.org/drawingml/2006/main">
              <a:ext uri="{FF2B5EF4-FFF2-40B4-BE49-F238E27FC236}">
                <a16:creationId xmlns:a16="http://schemas.microsoft.com/office/drawing/2014/main" id="{E9C74286-5099-4908-8373-69B2E15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6DCE3523-55AC-44D2-9B84-90D6696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271C5F0D-4A0D-4518-A135-B14BFA58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秒">
            <a:extLst xmlns:a="http://schemas.openxmlformats.org/drawingml/2006/main">
              <a:ext uri="{FF2B5EF4-FFF2-40B4-BE49-F238E27FC236}">
                <a16:creationId xmlns:a16="http://schemas.microsoft.com/office/drawing/2014/main" id="{EFF083A7-5715-4360-9068-823CCFE4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908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7" name="Q 依到達時間，不依編號">
            <a:extLst xmlns:a="http://schemas.openxmlformats.org/drawingml/2006/main">
              <a:ext uri="{FF2B5EF4-FFF2-40B4-BE49-F238E27FC236}">
                <a16:creationId xmlns:a16="http://schemas.microsoft.com/office/drawing/2014/main" id="{5F73B84F-F7C3-4664-AA13-F805E70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每次取出完整抵達時間最早者</a:t>
            </a:r>
            <a:endParaRPr sz="217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7872DB8D-6F37-41C1-8ACC-DD52E61A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9" name="L₁&#10;B,2">
            <a:extLst xmlns:a="http://schemas.openxmlformats.org/drawingml/2006/main">
              <a:ext uri="{FF2B5EF4-FFF2-40B4-BE49-F238E27FC236}">
                <a16:creationId xmlns:a16="http://schemas.microsoft.com/office/drawing/2014/main" id="{46FFE247-4383-4537-A6E5-5F398AAE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c3, A=2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4D8E372-5058-4C30-A4B5-373764B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61" name="L₄&#10;C,3">
            <a:extLst xmlns:a="http://schemas.openxmlformats.org/drawingml/2006/main">
              <a:ext uri="{FF2B5EF4-FFF2-40B4-BE49-F238E27FC236}">
                <a16:creationId xmlns:a16="http://schemas.microsoft.com/office/drawing/2014/main" id="{97D5DBA1-02CD-42BB-AD3A-EDC7339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L₄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c6, A=3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EA7BF7B-527A-4288-9424-89209F08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63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4A3C0D4F-34AF-4703-91A0-62DDFFF7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c4, A=8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4442F46C-7196-4E66-B566-4B19BF9D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2), L₂(B,8)]">
            <a:extLst xmlns:a="http://schemas.openxmlformats.org/drawingml/2006/main">
              <a:ext uri="{FF2B5EF4-FFF2-40B4-BE49-F238E27FC236}">
                <a16:creationId xmlns:a16="http://schemas.microsoft.com/office/drawing/2014/main" id="{9CFC7DFA-27BB-4D9B-9AB1-368E384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[L₁(c3,2,1,L₀), L₂(c4,8,7,L₀)]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49D2EC7A-DB0E-4C0B-B452-26D4231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C7248D14-F366-4369-A29E-20D4040F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2FD6303D-B93B-484F-BAC6-872207ED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0F80FD2B-A943-4742-8449-E82A4F1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[L₁(c3,2,1,L₀), L₄(c6,3,1,L₀), L₂(c4,8,7,L₀)]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F25CDF70-474F-4C8B-A803-DF0555A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D24FCFF4-1256-41C1-8EDC-165F5E53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3E04EB32-7720-4735-905A-6F0F5357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345F93AC-B09C-4E5E-9E4E-39D0EB85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5DEBAD45-BF06-4CD1-9D4C-B44FA2D3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2F36613D-13E1-48EB-9D09-798C115D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45A0D0CD-5D69-43A0-A094-20612254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E2A261A1-E717-445E-973A-4C406549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9" name="c7">
            <a:extLst xmlns:a="http://schemas.openxmlformats.org/drawingml/2006/main">
              <a:ext uri="{FF2B5EF4-FFF2-40B4-BE49-F238E27FC236}">
                <a16:creationId xmlns:a16="http://schemas.microsoft.com/office/drawing/2014/main" id="{687770E8-2B35-400E-AFEB-6D226509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45408202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09　取出 L₁：c2 已被第一包用完">
            <a:extLst xmlns:a="http://schemas.openxmlformats.org/drawingml/2006/main">
              <a:ext uri="{FF2B5EF4-FFF2-40B4-BE49-F238E27FC236}">
                <a16:creationId xmlns:a16="http://schemas.microsoft.com/office/drawing/2014/main" id="{14C770AF-6955-4142-8C3D-8F712067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09　取出 L₁：c2 已被第一包用完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E9C507EF-CABE-4891-A39E-2BBD8297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18</a:t>
            </a:r>
          </a:p>
        </p:txBody>
      </p:sp>
      <p:sp>
        <p:nvSpPr>
          <p:cNvPr id="3" name="容量 0&lt;4，直接拒絕 c2；時間與 buffer 檢查未執行。">
            <a:extLst xmlns:a="http://schemas.openxmlformats.org/drawingml/2006/main">
              <a:ext uri="{FF2B5EF4-FFF2-40B4-BE49-F238E27FC236}">
                <a16:creationId xmlns:a16="http://schemas.microsoft.com/office/drawing/2014/main" id="{9DE45A71-A89F-41BD-9418-6E6802D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容量 0&lt;4，直接拒絕 c2；時間與 buffer 檢查未執行。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5A2C82D-E2DA-49C4-9CCA-EFB9678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F6905E13-3358-4FC5-98B1-BCBB05BF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4FCD96B-B57C-40FB-BCEC-246412A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A6021A47-70AB-4B95-94AF-B001A901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ECC69D0F-C545-4C2E-B9CF-6051AE16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7246024B-CCFC-4835-80F7-F36566D4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E7DF858-1BAD-443A-A7CD-BA10526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0F70591-2CEA-409F-8F7E-7160C132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CBA46565-8D14-4FAB-8BD1-E4CAF2ED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82F6A74-9E72-4677-9E89-D97C8A4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9E00AEB7-DE94-4A21-BBE8-A8A1A422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C1406262-B752-47A0-916A-67CBEE1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77451FDF-9F9C-4FA8-B4C4-FDB1854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39F8DF1C-1E99-4DDD-9D8E-0E0280AD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F63411-9D44-4DFF-A15F-BCC7C7E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162ED682-9920-4E90-BA74-DFD56CD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999ABF08-41D6-4D01-996E-E2D8D58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513EA1FF-9551-4934-8693-9173830C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62A3DFCD-5ADA-4EDF-872B-079EF86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D4B94505-E537-4887-B2AA-8626D30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364DB23-58DC-4DBC-BD81-00D0527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92784459-28C5-41BD-B02A-A5959C80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BE51BB98-B306-4DA4-87D7-A0332E8D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0CC00B52-0961-47CC-8B03-3551E56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639070BD-EF72-4DAB-A502-E9E85978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E91153EA-B0B6-4B93-93C6-75E8EA0E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2F40522D-6E63-4E0B-8A5C-33F5661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D97F2769-F23D-4205-A779-045B57CE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F99E94AA-B4A8-4D62-8205-77E4441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68010989-32F4-4AE7-8F2F-0147D188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7E6EDCA1-A59A-43B8-B76C-BF415B95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4731002D-ADEF-4374-98A5-11A6EF96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D9849B5-9665-4BA2-B9B1-DFACD28F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1A4D9F0B-F0A8-4D72-A503-4169BB4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124451F4-56CA-468C-98D0-A176B615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D21E8DC2-42C9-42C0-BFEB-484320D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2：第一包已使用 4 MB">
            <a:extLst xmlns:a="http://schemas.openxmlformats.org/drawingml/2006/main">
              <a:ext uri="{FF2B5EF4-FFF2-40B4-BE49-F238E27FC236}">
                <a16:creationId xmlns:a16="http://schemas.microsoft.com/office/drawing/2014/main" id="{401C5659-F8F7-4635-85FF-603D377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c2：第一包已使用 4 MB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280C8520-D31C-485B-B1B1-BA1A2B14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69198A2B-BF8E-4D8B-8ABE-6854CE2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9711FAE-A1E0-4864-AF79-5BBC00D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B585F8F-A260-4A3C-BC30-0CAFBA1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F761B36-6159-46C4-A969-CFBB0419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5A60E1DE-933C-4B62-968E-B81733F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D7ABC8B-3CEA-4984-BB60-7AB4C86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006EFBD-F470-4460-9BB4-1CDBE358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FC266F4-23F8-488C-A004-A5563BA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F7CB960-EE95-4F1D-A3E3-7BFBA28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42406A2D-7CB5-44DD-8648-C5A1EEA5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42AE2ECE-9F88-4EB2-881B-C1F53EA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761F7355-4F6B-44DF-89C6-4CB39A20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[L₁(c3,2,1,L₀), L₄(c6,3,1,L₀), L₂(c4,8,7,L₀)]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FBE53E1B-93DC-4C36-A576-DB7E66A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C385C600-5417-4844-843A-30419C8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2D760E06-B8D5-4327-B7C7-32D6625C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₁；留下 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E0CDF96D-0AA7-45D1-B7E3-3092EB0F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L₁；留下 [L₄(c6,3,1,L₀), L₂(c4,8,7,L₀)]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D1664A5-11C7-4D72-BD94-707CD391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A966404D-BF19-4A17-BA29-0044CE23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34F76CE7-F4AD-4FB9-AD62-B285469A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EBE06069-87D4-493A-BB20-D4689389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1642264D-6055-42C9-B358-E97FBFDB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F00B0CD1-40D8-41C0-904D-6188179E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A1F79F27-327E-47F8-BB55-CF151D3E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F7D2BFDC-0040-42C9-891D-B09B3D43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84CE7DDC-DD3D-414C-8BFD-318597C8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5282223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10　早到 B：等待 c5 會超過上限">
            <a:extLst xmlns:a="http://schemas.openxmlformats.org/drawingml/2006/main">
              <a:ext uri="{FF2B5EF4-FFF2-40B4-BE49-F238E27FC236}">
                <a16:creationId xmlns:a16="http://schemas.microsoft.com/office/drawing/2014/main" id="{FF774D99-7088-4ED6-8626-24F4C59E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10　早到 B：等待 c5 會超過上限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0D028150-C8D9-4441-914B-BCF5CE26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19</a:t>
            </a:r>
          </a:p>
        </p:txBody>
      </p:sp>
      <p:sp>
        <p:nvSpPr>
          <p:cNvPr id="3" name="第 3 秒：第一包 4 MB ＋ 第二包 4 MB ＝ 8 MB">
            <a:extLst xmlns:a="http://schemas.openxmlformats.org/drawingml/2006/main">
              <a:ext uri="{FF2B5EF4-FFF2-40B4-BE49-F238E27FC236}">
                <a16:creationId xmlns:a16="http://schemas.microsoft.com/office/drawing/2014/main" id="{96C19105-1DF6-4BAF-B433-C5DC6D4B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 3 秒：第一包 4 MB ＋ 第二包 4 MB ＝ 8 MB，超過上限。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39BFA07A-00AE-41AB-95C3-80E97FE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CF70AF0F-6B61-4786-88AD-F0CFFEA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2BF12FA-E6DA-4494-ACF6-EE2F25F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4D29CDFF-2F14-49C9-8C33-13D7A840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056A72CB-4726-4339-AC27-ADE2280C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ED338B9E-2422-4D70-B778-462B299B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3632FC5E-22C8-4AF3-B03B-EA8A34B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71E814D4-7153-4F5B-9533-3DA5C60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BFDEC198-9FB3-48E7-B468-0D510ADF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4D6B66C7-BC3D-49ED-B54D-FCA6D940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7044084A-DC1A-4638-A4F2-A91E26C9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1A885DC3-7EBB-4CB4-8E9E-1E767E4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C00A0603-39D2-490F-8396-6074589D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6815FC0-C044-47AB-AC6B-7B36003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341BC6AA-46BD-43D1-866F-559A62A4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9C47DD5-8ABF-416C-85E0-89A48E0A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41" y="294684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26087155-EDA2-4AE4-B25F-C16645C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41" y="294684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D45E8C0-B9A9-4999-BD06-F2E6BED6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3674A767-F7BE-4BF5-BA72-B29B69A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89415CDB-188B-45F7-93BF-86087DC0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57088ECF-3B79-4AD3-B07D-7359C337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48CBDE6D-9AD1-4371-ADE6-A4022C66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06C5A639-406D-4DF8-B28D-76CACF2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DE96AB85-9E34-4910-9AB1-994C21F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6A25456E-5BF1-4904-ABCB-8FA143A9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FB6A6B76-3BF6-4790-9364-4E7755E7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92BE4696-45B4-46F0-8871-E04AF1F9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D138F2B-04B6-4172-A531-254E592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91710E6D-BB2E-4C16-9755-51C3ABFB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F99A0F89-19D7-4B94-B86A-D6557AB5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E7FF8BF4-5314-4A51-8672-B12A3659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E9C4523E-C802-463E-8B1A-8DFC9150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DE42F113-8874-4A58-93A2-A860847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F0A1A859-EC8E-4661-BF0D-E2AF8E08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C4C71608-B394-437D-A110-B558ADCD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23035AF-3A63-4899-B252-8E899878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1" name="手繪多邊形: 圖案 40">
            <a:extLst xmlns:a="http://schemas.openxmlformats.org/drawingml/2006/main">
              <a:ext uri="{FF2B5EF4-FFF2-40B4-BE49-F238E27FC236}">
                <a16:creationId xmlns:a16="http://schemas.microsoft.com/office/drawing/2014/main" id="{FFC50F3C-6330-4DDE-B44C-BC6E603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0">
            <a:extLst xmlns:a="http://schemas.openxmlformats.org/drawingml/2006/main">
              <a:ext uri="{FF2B5EF4-FFF2-40B4-BE49-F238E27FC236}">
                <a16:creationId xmlns:a16="http://schemas.microsoft.com/office/drawing/2014/main" id="{86139ECF-4CEC-4C93-9187-EB9CA66E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3" name="4">
            <a:extLst xmlns:a="http://schemas.openxmlformats.org/drawingml/2006/main">
              <a:ext uri="{FF2B5EF4-FFF2-40B4-BE49-F238E27FC236}">
                <a16:creationId xmlns:a16="http://schemas.microsoft.com/office/drawing/2014/main" id="{140DBB81-271D-47D9-84A2-D6EA4329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7157D204-7050-4603-AE1E-57C298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5" name="8">
            <a:extLst xmlns:a="http://schemas.openxmlformats.org/drawingml/2006/main">
              <a:ext uri="{FF2B5EF4-FFF2-40B4-BE49-F238E27FC236}">
                <a16:creationId xmlns:a16="http://schemas.microsoft.com/office/drawing/2014/main" id="{1E728B81-816B-4DD6-A99C-8ADFB9FD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6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408A28A6-051C-498A-870B-D68B0632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7" name="上限 4">
            <a:extLst xmlns:a="http://schemas.openxmlformats.org/drawingml/2006/main">
              <a:ext uri="{FF2B5EF4-FFF2-40B4-BE49-F238E27FC236}">
                <a16:creationId xmlns:a16="http://schemas.microsoft.com/office/drawing/2014/main" id="{4E4A5785-ACCB-46EA-8B3B-AEFD32A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7527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B4216850-4EA5-427B-BC0E-24F4728E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2">
            <a:extLst xmlns:a="http://schemas.openxmlformats.org/drawingml/2006/main">
              <a:ext uri="{FF2B5EF4-FFF2-40B4-BE49-F238E27FC236}">
                <a16:creationId xmlns:a16="http://schemas.microsoft.com/office/drawing/2014/main" id="{D7514C43-FF43-4459-809D-D15863FD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1AB542BE-7995-4699-9A2B-236F4F9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4">
            <a:extLst xmlns:a="http://schemas.openxmlformats.org/drawingml/2006/main">
              <a:ext uri="{FF2B5EF4-FFF2-40B4-BE49-F238E27FC236}">
                <a16:creationId xmlns:a16="http://schemas.microsoft.com/office/drawing/2014/main" id="{59B2B5DE-896D-46E6-B19C-12050C2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144E98A2-5D1F-4831-B65D-8EA9FDDD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6">
            <a:extLst xmlns:a="http://schemas.openxmlformats.org/drawingml/2006/main">
              <a:ext uri="{FF2B5EF4-FFF2-40B4-BE49-F238E27FC236}">
                <a16:creationId xmlns:a16="http://schemas.microsoft.com/office/drawing/2014/main" id="{E2D6EA4A-ED78-47D5-B385-9B8F2A87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118FEDA6-4E00-4F84-A1BC-9222E01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8">
            <a:extLst xmlns:a="http://schemas.openxmlformats.org/drawingml/2006/main">
              <a:ext uri="{FF2B5EF4-FFF2-40B4-BE49-F238E27FC236}">
                <a16:creationId xmlns:a16="http://schemas.microsoft.com/office/drawing/2014/main" id="{7480CDD8-85B4-4F14-8DAC-BED58C8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B7411FD0-A883-48A6-BE7F-75A8E78B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0">
            <a:extLst xmlns:a="http://schemas.openxmlformats.org/drawingml/2006/main">
              <a:ext uri="{FF2B5EF4-FFF2-40B4-BE49-F238E27FC236}">
                <a16:creationId xmlns:a16="http://schemas.microsoft.com/office/drawing/2014/main" id="{EABE3EBC-3BE2-4203-A785-7567A8FA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812284B9-DDF8-412F-9416-C42C325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2">
            <a:extLst xmlns:a="http://schemas.openxmlformats.org/drawingml/2006/main">
              <a:ext uri="{FF2B5EF4-FFF2-40B4-BE49-F238E27FC236}">
                <a16:creationId xmlns:a16="http://schemas.microsoft.com/office/drawing/2014/main" id="{662ED5B2-8847-4578-A952-929F1BD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16979AB6-BE17-432F-B67A-7A63A7CA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762000"/>
          </a:xfrm>
          <a:custGeom xmlns:a="http://schemas.openxmlformats.org/drawingml/2006/main">
            <a:rect l="0" t="0" r="0" b="0"/>
            <a:pathLst>
              <a:path w="4048125" h="762000">
                <a:moveTo>
                  <a:pt x="0" y="762000"/>
                </a:moveTo>
                <a:lnTo>
                  <a:pt x="404813" y="0"/>
                </a:lnTo>
                <a:lnTo>
                  <a:pt x="1619250" y="0"/>
                </a:lnTo>
                <a:lnTo>
                  <a:pt x="2024063" y="762000"/>
                </a:lnTo>
                <a:lnTo>
                  <a:pt x="4048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1" name="手繪多邊形: 圖案 60">
            <a:extLst xmlns:a="http://schemas.openxmlformats.org/drawingml/2006/main">
              <a:ext uri="{FF2B5EF4-FFF2-40B4-BE49-F238E27FC236}">
                <a16:creationId xmlns:a16="http://schemas.microsoft.com/office/drawing/2014/main" id="{12F506AF-8A78-4C42-8192-7642761F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762000"/>
          </a:xfrm>
          <a:custGeom xmlns:a="http://schemas.openxmlformats.org/drawingml/2006/main">
            <a:rect l="0" t="0" r="0" b="0"/>
            <a:pathLst>
              <a:path w="4048125" h="762000">
                <a:moveTo>
                  <a:pt x="0" y="0"/>
                </a:moveTo>
                <a:lnTo>
                  <a:pt x="3238500" y="0"/>
                </a:lnTo>
                <a:lnTo>
                  <a:pt x="3643313" y="762000"/>
                </a:lnTo>
                <a:lnTo>
                  <a:pt x="4048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62" name="手繪多邊形: 圖案 61">
            <a:extLst xmlns:a="http://schemas.openxmlformats.org/drawingml/2006/main">
              <a:ext uri="{FF2B5EF4-FFF2-40B4-BE49-F238E27FC236}">
                <a16:creationId xmlns:a16="http://schemas.microsoft.com/office/drawing/2014/main" id="{300B4071-03E5-41FF-88F1-8416B23E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048125" cy="1524000"/>
          </a:xfrm>
          <a:custGeom xmlns:a="http://schemas.openxmlformats.org/drawingml/2006/main">
            <a:rect l="0" t="0" r="0" b="0"/>
            <a:pathLst>
              <a:path w="4048125" h="1524000">
                <a:moveTo>
                  <a:pt x="0" y="762000"/>
                </a:moveTo>
                <a:lnTo>
                  <a:pt x="404813" y="0"/>
                </a:lnTo>
                <a:lnTo>
                  <a:pt x="1619250" y="0"/>
                </a:lnTo>
                <a:lnTo>
                  <a:pt x="2024063" y="762000"/>
                </a:lnTo>
                <a:lnTo>
                  <a:pt x="3238500" y="762000"/>
                </a:lnTo>
                <a:lnTo>
                  <a:pt x="3643313" y="1524000"/>
                </a:lnTo>
                <a:lnTo>
                  <a:pt x="4048125" y="1524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63" name="秒">
            <a:extLst xmlns:a="http://schemas.openxmlformats.org/drawingml/2006/main">
              <a:ext uri="{FF2B5EF4-FFF2-40B4-BE49-F238E27FC236}">
                <a16:creationId xmlns:a16="http://schemas.microsoft.com/office/drawing/2014/main" id="{2866A68D-BF4F-4EDB-A543-55033A31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4" name="L₁ 在第 2 秒能接收，卻不能等到 10 秒">
            <a:extLst xmlns:a="http://schemas.openxmlformats.org/drawingml/2006/main">
              <a:ext uri="{FF2B5EF4-FFF2-40B4-BE49-F238E27FC236}">
                <a16:creationId xmlns:a16="http://schemas.microsoft.com/office/drawing/2014/main" id="{D1590780-FC76-4A68-95FA-87357C9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L₁ </a:t>
            </a: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在第</a:t>
            </a: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 2 </a:t>
            </a: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秒能接收，卻不能等到</a:t>
            </a: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 10 秒</a:t>
            </a:r>
          </a:p>
        </p:txBody>
      </p:sp>
      <p:sp>
        <p:nvSpPr>
          <p:cNvPr id="65" name="Q 原本">
            <a:extLst xmlns:a="http://schemas.openxmlformats.org/drawingml/2006/main">
              <a:ext uri="{FF2B5EF4-FFF2-40B4-BE49-F238E27FC236}">
                <a16:creationId xmlns:a16="http://schemas.microsoft.com/office/drawing/2014/main" id="{43BF21CD-D1A9-4691-A604-52D15CE6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6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F9B4AF78-8E23-45DC-B99F-90611766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[L₄(c6,3,1,L₀), L₂(c4,8,7,L₀)]</a:t>
            </a:r>
          </a:p>
        </p:txBody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471350E1-F4CD-4752-A5D5-720FCB3E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手繪多邊形: 圖案 67">
            <a:extLst xmlns:a="http://schemas.openxmlformats.org/drawingml/2006/main">
              <a:ext uri="{FF2B5EF4-FFF2-40B4-BE49-F238E27FC236}">
                <a16:creationId xmlns:a16="http://schemas.microsoft.com/office/drawing/2014/main" id="{EB370F50-983A-431F-9775-A8C19182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9" name="Q 更新">
            <a:extLst xmlns:a="http://schemas.openxmlformats.org/drawingml/2006/main">
              <a:ext uri="{FF2B5EF4-FFF2-40B4-BE49-F238E27FC236}">
                <a16:creationId xmlns:a16="http://schemas.microsoft.com/office/drawing/2014/main" id="{90B4DA67-B071-46E3-917F-34EE6259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70" name="不建立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5D01516D-EAB5-4730-9949-DA482FE5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不建立新標籤；Q 仍為 [L₄(c6,3,1,L₀), L₂(c4,8,7,L₀)]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556AE24E-A29C-458F-97C9-D544FAF4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C706226A-2C70-443E-8492-3325616D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102BE112-2D71-43DD-9064-3585E45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83E248CE-D4A7-4F44-B4D2-B3734709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F6BB2D52-FB46-4EBE-9510-C50ACCB3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74E5AE60-3FE9-4278-9C78-A7175F51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AF14B62B-0EBC-4ABD-9F30-2CF21AD8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9" name="c1">
            <a:extLst xmlns:a="http://schemas.openxmlformats.org/drawingml/2006/main">
              <a:ext uri="{FF2B5EF4-FFF2-40B4-BE49-F238E27FC236}">
                <a16:creationId xmlns:a16="http://schemas.microsoft.com/office/drawing/2014/main" id="{7564EDE1-E545-4FF3-A08A-6B70C123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80" name="c7">
            <a:extLst xmlns:a="http://schemas.openxmlformats.org/drawingml/2006/main">
              <a:ext uri="{FF2B5EF4-FFF2-40B4-BE49-F238E27FC236}">
                <a16:creationId xmlns:a16="http://schemas.microsoft.com/office/drawing/2014/main" id="{9C6ED473-1F21-4C23-9B24-E5B132EB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pic>
        <p:nvPicPr>
          <p:cNvPr id="160" name="圖片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01961dd9d4b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1243" y="1613892"/>
            <a:ext cx="6086475" cy="2662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1305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1　取出 L₄：c7 容量只有 2 MB">
            <a:extLst xmlns:a="http://schemas.openxmlformats.org/drawingml/2006/main">
              <a:ext uri="{FF2B5EF4-FFF2-40B4-BE49-F238E27FC236}">
                <a16:creationId xmlns:a16="http://schemas.microsoft.com/office/drawing/2014/main" id="{F18FF94A-B88F-4FB6-ADAE-711F6E98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11　取出 L₄：c7 容量只有 2 MB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89379D2D-4A9B-4535-9232-35A157B7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6CBB4C74-1A4D-418D-8241-13083FD8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BDB240E3-C561-4DA1-A6CF-532C534A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A60390B8-B5F4-45A7-9E91-E008AE3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DD03E8B9-B1AB-4B36-8DEB-0C5B197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94AE136-32B1-4576-9C74-36B9F9F6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3173507-07DE-4A50-BCDE-18CBA43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2E6EEDE4-C0ED-4A43-8374-2B7B325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D0962378-099D-4C00-9E85-29195FC9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0C42A005-8E22-4A94-A28A-6C5D6AD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26CB54CD-4E64-44EA-9726-F1B8EBA5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B382646A-0611-4C3E-A07D-9FF2000D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CF33F56-066B-4829-9757-8F3F6195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41D86B4-89C6-4526-B05F-77CE897F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6DD4301-5698-4A9B-8C17-A8141E3C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A11A505C-F1FA-4EE9-A9F1-D20D1C25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B5900D9D-595A-4015-8074-B4E201C2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9C432D1-1F2D-4274-9A0C-D0B232E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EA3079F1-CC95-409A-85F1-5ECAE60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CC47D428-D381-4F94-9BD4-4D1E8B0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12677020-7E62-4561-981A-EA6439D4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0B8F69F-A399-4921-A353-A978D423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CCECAB-EC24-4A49-AB8C-68634825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DFB07AE-52EB-49BD-8E6D-A7302F5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80E93933-037A-4765-A89B-107F70E2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90E51000-9DB5-45B9-85D4-7A6B9C6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035ABA76-4628-4718-95CD-729D54B4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F74D12F6-DB98-4B40-877E-4B7E835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6DA49E3-7533-4359-8501-305BE496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A3776A1D-194E-43DA-97E0-B051DB87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7614EC6D-0E39-4791-BEFE-67461106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9D83B3E0-9CF9-475D-A8B7-FD7B035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26FCF160-5E15-4554-A5E2-52C4549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A7E027FF-65D9-4A66-A752-879946B7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056F88A-CF6E-4A52-B564-0C7EE97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DABAB530-882D-4994-BBF0-4E1202C9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8B92F71-7B52-4D35-912D-A0A10265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7：剩餘容量不足">
            <a:extLst xmlns:a="http://schemas.openxmlformats.org/drawingml/2006/main">
              <a:ext uri="{FF2B5EF4-FFF2-40B4-BE49-F238E27FC236}">
                <a16:creationId xmlns:a16="http://schemas.microsoft.com/office/drawing/2014/main" id="{14BAB3BA-399F-46BF-AF3E-7241E45F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c7：剩餘容量不足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1ECCBF17-E0D8-4E7A-9527-D54B6A3F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322E6FB-66BF-4EE3-B8FA-60FB518B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6A12C60-C53C-425B-918D-A4BC40FA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2E37CCB-7987-4EE2-915D-A18325FF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72F36DA-5996-4230-B61D-84D5066B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2 MB">
            <a:extLst xmlns:a="http://schemas.openxmlformats.org/drawingml/2006/main">
              <a:ext uri="{FF2B5EF4-FFF2-40B4-BE49-F238E27FC236}">
                <a16:creationId xmlns:a16="http://schemas.microsoft.com/office/drawing/2014/main" id="{19F5F21E-F128-43CD-981B-AB27181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剩餘：2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3A0B071F-D377-444F-A0B9-EAF2B795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9952222-3CB8-4252-9412-77060BEE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97C0C7C-DB5B-419F-AA7B-A4A49C8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15135660-F43F-41FF-A38C-B66AF32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2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0FD9E362-D4B4-4F32-97AD-3B0480F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2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019BE509-C656-4350-AD3B-3640F36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1546178F-08D2-46B5-89C4-A38B5B6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[L₄(c6,3,1,L₀), L₂(c4,8,7,L₀)]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DE64AAD1-3FFA-4082-A603-8640D8BE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EED903C5-5B24-4259-8FD0-BBB0A29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7EBD2EEC-8C5E-45A5-9830-AE3A59CA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₄；留下 [L₂(B,8)]">
            <a:extLst xmlns:a="http://schemas.openxmlformats.org/drawingml/2006/main">
              <a:ext uri="{FF2B5EF4-FFF2-40B4-BE49-F238E27FC236}">
                <a16:creationId xmlns:a16="http://schemas.microsoft.com/office/drawing/2014/main" id="{80DFDCBA-62E0-4137-8E2C-501FD604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L₄；留下 [L₂(c4,8,7,L₀)]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FE0468D-5BF5-42C8-85A0-35BBEA31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EE650B48-A53D-43D7-BBB3-093F62F4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340972DB-F70D-4F0B-A68B-5058EA8A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A198EEA8-C91F-4FAF-B162-FE69AC15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ECACB923-C83C-498E-A61B-E216671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5835DA4F-40FE-41C1-9663-F74A208F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80F12806-6345-4B7D-8C16-8148BB04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5D4067A9-FDC4-49C1-9D48-CE0F441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ABDD174F-7243-4173-A717-FAFE101F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32531467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2　同一個 L₄：c8 已經來不及">
            <a:extLst xmlns:a="http://schemas.openxmlformats.org/drawingml/2006/main">
              <a:ext uri="{FF2B5EF4-FFF2-40B4-BE49-F238E27FC236}">
                <a16:creationId xmlns:a16="http://schemas.microsoft.com/office/drawing/2014/main" id="{001A59D1-CB5E-456E-92BC-8792BC4F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12　同一個 L₄：c8 已經來不及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F5055590-0181-4E32-970E-6A574B65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21</a:t>
            </a:r>
          </a:p>
        </p:txBody>
      </p:sp>
      <p:sp>
        <p:nvSpPr>
          <p:cNvPr id="3" name="最早可發送是 3 秒，但最晚必須在 2 秒起送，沒有可用時刻。">
            <a:extLst xmlns:a="http://schemas.openxmlformats.org/drawingml/2006/main">
              <a:ext uri="{FF2B5EF4-FFF2-40B4-BE49-F238E27FC236}">
                <a16:creationId xmlns:a16="http://schemas.microsoft.com/office/drawing/2014/main" id="{3F12315C-D9AF-4B8C-AFEC-8CE027C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最早可發送是 3 秒，但最晚必須在 2 秒起送，沒有可用時刻。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1A24A274-72E9-4868-A747-F9829532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B3B790E3-39F3-41B5-A98F-04CF9BCB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FC196893-1909-40D2-998A-C3D1CD84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C173FE9-20AB-416F-8943-C7490BF6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A059D309-B77F-4530-BB9F-C1E704E7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42D7A68-B98F-4BFB-B7D4-CA3D003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0BFB8602-5AB9-4F87-B956-065F590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33C2F24-6736-4E67-ABD4-BFD5915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F7955E9-EFC4-4959-92A0-76D3718F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990A7C11-434B-4E50-8C1E-11B2E80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428A5D7-5173-442B-945C-B29A4FBC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2EBFAC1B-26AE-4473-8A0A-3E58449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89DB164-0564-4A47-B408-AB8BFF8A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B1D49258-7127-4826-A9F3-34C1DAD2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D9221504-855C-48D8-8F9C-F4C1911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289A369C-4519-4168-A45A-0D108EE7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3ABDB4F-12AD-462B-AEA1-3EDFDC07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AA96E7F-0B1F-4CC4-B501-2ACF0E0B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F524AB3-C2B6-46C6-B13E-079F867F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CFCCDCCC-E3C1-40B2-B31B-88C6E135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C4F5D03D-ED34-469E-844D-303FF9F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3B20E0CA-E57F-476C-AADB-4BCC1836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6CD39E0F-C189-4BEE-BB7D-D5E989D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CFFADDF0-2F68-4698-8A5F-D44C8AE5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36FD804F-EBE9-4F66-8851-6373214B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9" name="手繪多邊形: 圖案 28">
            <a:extLst xmlns:a="http://schemas.openxmlformats.org/drawingml/2006/main">
              <a:ext uri="{FF2B5EF4-FFF2-40B4-BE49-F238E27FC236}">
                <a16:creationId xmlns:a16="http://schemas.microsoft.com/office/drawing/2014/main" id="{E9D4DC04-CD56-4BA6-A4E4-AA238D9B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04631786-BC9E-45E8-9999-8C0F6C72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9C7F590C-9EA8-40B6-BAA0-687A8652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33A93FA2-92B4-4A72-B450-2DA86880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10C92DA9-E5A4-48CD-81CF-4B4EC567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4B01EFDC-3F46-4D20-957E-F58A5E3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A918FF6E-C9EB-4C35-875D-3D043CC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922CC012-EF70-485A-951D-3D9B15DB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AC47CCA-9875-4946-924B-791697C6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07803F66-DC82-4A93-B008-39CE02D7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C70CCB4A-7353-4C2E-8078-1FC01B1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8 容量足夠，時間卻不夠">
            <a:extLst xmlns:a="http://schemas.openxmlformats.org/drawingml/2006/main">
              <a:ext uri="{FF2B5EF4-FFF2-40B4-BE49-F238E27FC236}">
                <a16:creationId xmlns:a16="http://schemas.microsoft.com/office/drawing/2014/main" id="{1DC682C7-4E36-472E-A9CB-7A8E4BF1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 容量足夠，時間卻不夠</a:t>
            </a:r>
          </a:p>
        </p:txBody>
      </p:sp>
      <p:sp>
        <p:nvSpPr>
          <p:cNvPr id="41" name="c8 窗口">
            <a:extLst xmlns:a="http://schemas.openxmlformats.org/drawingml/2006/main">
              <a:ext uri="{FF2B5EF4-FFF2-40B4-BE49-F238E27FC236}">
                <a16:creationId xmlns:a16="http://schemas.microsoft.com/office/drawing/2014/main" id="{FF19A581-FBAB-4E5C-81F7-8E95F8D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 窗口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452A579D-71AE-401D-9E55-66A14B7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B3F8608-6495-4764-B932-72A46D3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4" name="C 完整收到">
            <a:extLst xmlns:a="http://schemas.openxmlformats.org/drawingml/2006/main">
              <a:ext uri="{FF2B5EF4-FFF2-40B4-BE49-F238E27FC236}">
                <a16:creationId xmlns:a16="http://schemas.microsoft.com/office/drawing/2014/main" id="{F470EBEC-0C18-484F-9682-10C7855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 完整收到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FE5865AC-3952-46DD-BA32-0E4C51D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DA3611E7-37BA-4017-847C-0BDF5AF8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6AAF"/>
            </a:solidFill>
          </a:ln>
        </p:spPr>
      </p:sp>
      <p:sp>
        <p:nvSpPr>
          <p:cNvPr id="47" name="最快也只能">
            <a:extLst xmlns:a="http://schemas.openxmlformats.org/drawingml/2006/main">
              <a:ext uri="{FF2B5EF4-FFF2-40B4-BE49-F238E27FC236}">
                <a16:creationId xmlns:a16="http://schemas.microsoft.com/office/drawing/2014/main" id="{4FF5DB7D-8660-4819-AB36-E6FF2E7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最快也只能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3188B45-FDC4-4579-B5A7-B0A3327A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1B4AD558-E11A-45C6-A0D9-93AF44F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C28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75CE96E4-42E9-46FB-A8C4-27D1263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1309CD4B-E279-41D6-97D6-0B27E44D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1">
            <a:extLst xmlns:a="http://schemas.openxmlformats.org/drawingml/2006/main">
              <a:ext uri="{FF2B5EF4-FFF2-40B4-BE49-F238E27FC236}">
                <a16:creationId xmlns:a16="http://schemas.microsoft.com/office/drawing/2014/main" id="{56FC1367-B6E3-466E-A3BD-0779B728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D93EC398-2B35-4DDA-84DE-B8BF61FB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2">
            <a:extLst xmlns:a="http://schemas.openxmlformats.org/drawingml/2006/main">
              <a:ext uri="{FF2B5EF4-FFF2-40B4-BE49-F238E27FC236}">
                <a16:creationId xmlns:a16="http://schemas.microsoft.com/office/drawing/2014/main" id="{AB7B2446-0B36-4234-B3ED-86FD281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1AD7F28E-3179-4FC2-A29A-92BF619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3">
            <a:extLst xmlns:a="http://schemas.openxmlformats.org/drawingml/2006/main">
              <a:ext uri="{FF2B5EF4-FFF2-40B4-BE49-F238E27FC236}">
                <a16:creationId xmlns:a16="http://schemas.microsoft.com/office/drawing/2014/main" id="{5678F044-71FB-473B-9C29-69ED2C15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2FC6C9BA-8DA2-4816-A39F-1DF003B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4">
            <a:extLst xmlns:a="http://schemas.openxmlformats.org/drawingml/2006/main">
              <a:ext uri="{FF2B5EF4-FFF2-40B4-BE49-F238E27FC236}">
                <a16:creationId xmlns:a16="http://schemas.microsoft.com/office/drawing/2014/main" id="{8B542A62-D28A-4F80-8745-0CCA405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9A79C4CB-3253-4B2C-ADBF-3967EF90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5">
            <a:extLst xmlns:a="http://schemas.openxmlformats.org/drawingml/2006/main">
              <a:ext uri="{FF2B5EF4-FFF2-40B4-BE49-F238E27FC236}">
                <a16:creationId xmlns:a16="http://schemas.microsoft.com/office/drawing/2014/main" id="{9327A282-2794-4A49-ABF8-63B7C282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2BBD0AB9-C9F8-410E-97CD-A873668F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3～4 秒的傳送超出窗口">
            <a:extLst xmlns:a="http://schemas.openxmlformats.org/drawingml/2006/main">
              <a:ext uri="{FF2B5EF4-FFF2-40B4-BE49-F238E27FC236}">
                <a16:creationId xmlns:a16="http://schemas.microsoft.com/office/drawing/2014/main" id="{F0EFCA0A-AB84-492E-B278-9FA2522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3～4 </a:t>
            </a: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秒的傳送超</a:t>
            </a: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過</a:t>
            </a:r>
            <a:endParaRPr sz="2100">
              <a:solidFill>
                <a:srgbClr val="B32C28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7F4DB8A8-06AF-4031-A4B3-628E9DD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₂(B,8)]">
            <a:extLst xmlns:a="http://schemas.openxmlformats.org/drawingml/2006/main">
              <a:ext uri="{FF2B5EF4-FFF2-40B4-BE49-F238E27FC236}">
                <a16:creationId xmlns:a16="http://schemas.microsoft.com/office/drawing/2014/main" id="{EEA1A9FE-64C2-458D-BEDA-57D9D932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[L₂(c4,8,7,L₀)]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CE3E6D3D-A38D-4850-A334-98E6A244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8EF2F81E-6626-4FE4-879C-3945B513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81417C6C-46D6-4A01-AC01-9967CA3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沒有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B5C724FD-BBB5-49AF-A1E7-A7C22A68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沒有新標籤；Q 仍為 [L₂(c4,8,7,L₀)]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3FA8DD8C-319F-4575-AE4C-4F97093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2230C4A4-4AA8-4705-8092-0513770E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C9D7BE7F-2350-4F8C-B3E7-66D45C61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A33FCE2C-010E-478D-A35D-9F3C532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CABD307D-5BE4-4342-9BA6-CF4361C9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D8D594CE-6E64-4619-95BC-CF7ECB71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BBA192A7-2B16-432A-801A-5C060B2D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4229F358-ED27-4F4A-B24D-2EC22983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DFAD2C03-81CD-4FA5-BB9B-63E886E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96074921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3　取出晚到 B 的 L₂：先試 c2">
            <a:extLst xmlns:a="http://schemas.openxmlformats.org/drawingml/2006/main">
              <a:ext uri="{FF2B5EF4-FFF2-40B4-BE49-F238E27FC236}">
                <a16:creationId xmlns:a16="http://schemas.microsoft.com/office/drawing/2014/main" id="{E0885A27-4015-48A5-81DC-4D68DA80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13　取出晚到 B 的 L₂：先試 c2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2EEA4BEE-E5C4-442F-A975-C2A23F6F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22</a:t>
            </a:r>
          </a:p>
        </p:txBody>
      </p:sp>
      <p:sp>
        <p:nvSpPr>
          <p:cNvPr id="3" name="c2 仍為 0 MB，直接拒絕；接著嘗試 c5。">
            <a:extLst xmlns:a="http://schemas.openxmlformats.org/drawingml/2006/main">
              <a:ext uri="{FF2B5EF4-FFF2-40B4-BE49-F238E27FC236}">
                <a16:creationId xmlns:a16="http://schemas.microsoft.com/office/drawing/2014/main" id="{ECDC7E4B-FBF1-4E3B-A5E6-6D95CA94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仍為 0 MB，直接拒絕；接著嘗試 c5。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59C382FE-A0E8-457B-9FE7-56F624F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FF28CD84-D8CE-48EC-AE40-C6FD45E5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3B4EB14-43ED-4222-A7A1-3E44C12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B4B26C45-6879-42D1-AD3C-4B8887B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E02F9A03-B31D-4C4D-A1E1-2131C66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2755795-C4E7-46ED-9F3D-9603B700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67D1D473-82A0-46E1-A9CB-AA6CC068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B1E6A61F-C184-434C-B03A-4549FB8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823BCC54-E3A5-4512-83FF-CA95304D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7BA85D2-93B2-4E62-A5D1-6544437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8840D084-8310-4C35-B519-FF47F140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63611660-6809-4421-8793-BE8B744C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3A84CECF-922F-4A50-A7FF-2DE030C8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B9D8A947-3B3C-4A71-9224-8909B6C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D4338CD1-4BDF-4AE1-9580-C3526066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3AB23BE9-0D7E-4DA7-91F9-0E81044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4DED0858-8004-49B1-A6E6-19A6B5B8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6B0F34D8-2BD5-4C59-B90A-D70520D4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416B5AF2-2715-4905-8E63-B5F853B1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795B0EFB-083B-42A7-ABAC-C4083A3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334A9087-800C-493B-B2C5-2337FF6C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E356228-AB57-4A93-9EEC-78341B2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8F892623-33E3-4C24-A54D-6058A5B2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37AAA61F-343E-4E17-A222-B610F0D4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5B318BA8-2D7D-441F-B1B5-72C0F50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BEF2837D-4E16-4696-8D87-3402FED5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D0973183-B743-4921-B9E3-77F807A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C6EA6951-3E60-4776-875F-059BAE92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8941654-CAAF-40B5-A1BB-303C3D74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5BE2C40D-CB1A-46C3-977B-7FED976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988B51E1-F246-4EB7-86AE-154E6DA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66DF34D0-32FB-4729-ABDE-0768BD3C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745EFB2D-F3CD-4469-93F7-2BCFD44D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436F1B5E-EADD-4DFC-89F4-2F1B426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73C4CD39-AC58-4322-9574-48094763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712863AD-A457-4915-BEF1-A274878C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同一節點 B，以第 8 秒標籤再展開">
            <a:extLst xmlns:a="http://schemas.openxmlformats.org/drawingml/2006/main">
              <a:ext uri="{FF2B5EF4-FFF2-40B4-BE49-F238E27FC236}">
                <a16:creationId xmlns:a16="http://schemas.microsoft.com/office/drawing/2014/main" id="{3DD5F027-D94E-4E27-B9FF-564E7060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同一節點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B，以第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 8 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秒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Label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再展開</a:t>
            </a:r>
            <a:endParaRPr sz="2175">
              <a:solidFill>
                <a:srgbClr val="B32C28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F14BBFC7-91A0-4424-BD67-CAB9A4AD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22EF8A7-09A3-40A8-9C72-031233F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7893F24-13C4-4C38-86F2-5EA53BD1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EB84BE2-E18A-4A37-AC1B-BE5DDA90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151A47FD-4CD9-4BF4-864E-244A79E8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4EA5C4B0-D79C-4A50-A9A7-64426A9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9A02D43-6F22-4198-AB95-E42553A8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EAD662D-AB22-4B23-B341-F33591ED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F58E17E1-C14D-47CA-86A0-66ECE7C5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E6E9988-8A80-4C0F-BA48-EC6A9BF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5D1CEFFC-E232-41D4-8D55-EF9F2EE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DB64C6A9-DE44-4B49-AD6D-76B77AAB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₂(B,8)]">
            <a:extLst xmlns:a="http://schemas.openxmlformats.org/drawingml/2006/main">
              <a:ext uri="{FF2B5EF4-FFF2-40B4-BE49-F238E27FC236}">
                <a16:creationId xmlns:a16="http://schemas.microsoft.com/office/drawing/2014/main" id="{18E1108A-C0D7-459E-87DB-7EFA4031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[L₂(c4,8,7,L₀)]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47A72AF4-01D0-4BCC-B912-4AB85F9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1C7008DC-1825-418C-A1DE-D4E516B1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A69FE742-386A-428F-8BDE-6AD105AA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₂，Q=[]">
            <a:extLst xmlns:a="http://schemas.openxmlformats.org/drawingml/2006/main">
              <a:ext uri="{FF2B5EF4-FFF2-40B4-BE49-F238E27FC236}">
                <a16:creationId xmlns:a16="http://schemas.microsoft.com/office/drawing/2014/main" id="{BD0AC163-C406-4D3C-8A40-FD66F92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L₂(c4,8,7,L₀)，Q=[]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24FE18E-F4A0-41E0-955F-7F557043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F354340D-D038-409F-A80E-8C41178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48B1DB1E-22F9-4C60-B519-010CBF38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CE75DD46-9A33-46E8-8627-8942F8CE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A822FAEC-17C1-46A3-BDCF-24BF84B9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F7C76318-133A-4846-9D62-7066A7D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046315CF-136E-4431-960E-9E6BEF27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F025A540-BBDD-40B6-83F9-0D5934C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C012BAD4-9404-4B5F-BFAF-D4A0CD25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21235990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4　晚到 B：可以等到 c5 再發送">
            <a:extLst xmlns:a="http://schemas.openxmlformats.org/drawingml/2006/main">
              <a:ext uri="{FF2B5EF4-FFF2-40B4-BE49-F238E27FC236}">
                <a16:creationId xmlns:a16="http://schemas.microsoft.com/office/drawing/2014/main" id="{7F1C5F49-8F74-4164-A384-980DB701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14　晚到 B：可以等到 c5 再發送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BDF3C40B-C0CC-4EA4-8839-5A12A9BD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23</a:t>
            </a:r>
          </a:p>
        </p:txBody>
      </p:sp>
      <p:sp>
        <p:nvSpPr>
          <p:cNvPr id="3" name="B 在 8～10 秒持有 4 MB，10～11 秒逐 byte ">
            <a:extLst xmlns:a="http://schemas.openxmlformats.org/drawingml/2006/main">
              <a:ext uri="{FF2B5EF4-FFF2-40B4-BE49-F238E27FC236}">
                <a16:creationId xmlns:a16="http://schemas.microsoft.com/office/drawing/2014/main" id="{D254CFF5-4143-49E7-8ED7-DB8EB009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c5[10,11) 無預約衝突。B 等待及逐 byte 發送均不超限。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E5930354-8CB7-484B-A6B4-FD2321BA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37317D53-9D81-4EC5-9181-63CB819C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A588BE4-B03B-40AF-A028-B5E54D8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41443EA4-530F-4AE5-8557-0A425E89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D641299F-88C3-41D7-8A95-57E3F30B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92E4422-7B5F-4234-B101-F0BB55E9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1598D9-BF82-4B6A-B151-88E7D7BE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372B29A9-BD31-4D9B-9F9A-0D4C2F04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F8C30795-D7FC-448D-8D51-520EF7B7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A72A460F-B18E-47FB-8B80-59A9057B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4E7A2B1A-DCCB-4C6E-A8FC-9E6E532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05F4959E-9327-4263-8B6E-2C05439B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9C531463-6CBC-4357-95C0-FE7C6949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44501EB4-5E45-4B6B-960E-E8E4B684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5B635F-8915-4D2D-A7D0-7D9E7AD2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24212AC-8EB9-4BDE-9E79-EA42B9BF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21DF215B-AC74-4135-A751-5545F28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9DCCBA0B-26F4-4692-8A96-66681FD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A8C9DC7-5946-4DC5-9F28-F3C5ADE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9016385-D9DB-490E-91B4-D5AF99D8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8F566EA2-A4F2-4273-8490-45241099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A707325B-868B-41F6-9072-A8B11551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CA5E97F7-0B31-4B99-9830-39ADE191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667458-7313-4232-8340-3EA3E5D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6F5CA2F-CB18-42C7-9575-E46C17AB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F81DCD38-120D-4DB4-BB42-2CDE93B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602AA44F-CFE5-48BB-BB4A-0BDC9A81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1613C32-7E47-4B4F-91CB-332526F2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8601B15C-D446-4F2F-9A2A-5656D854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C077A9A-CBF3-469E-A47D-855FFDD8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5124892C-7586-44F5-8028-B88EEBF0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2C7EB11D-FB65-498C-998D-8B3252F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C885DEE6-836A-4805-98D9-D7EE6548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1FF8D090-9C3F-4A85-BBF3-404B954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選定安排">
            <a:extLst xmlns:a="http://schemas.openxmlformats.org/drawingml/2006/main">
              <a:ext uri="{FF2B5EF4-FFF2-40B4-BE49-F238E27FC236}">
                <a16:creationId xmlns:a16="http://schemas.microsoft.com/office/drawing/2014/main" id="{C4CFBDA4-207F-4BFD-AE3C-D87EC2FE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綠：第二包選定安排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58DC5075-3A80-4271-9042-E957A296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E43FDDE6-D5C2-47E5-99C8-68C1048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1DB61E84-2D80-4915-848C-67B2E331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910C1A23-81E7-4EA5-81C5-D9F161EB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2BC9A2D6-4D78-4D24-838E-D79C4369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D754B777-36FE-4E06-BA9C-5BAE1327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6445D564-4D69-4FB7-8B1C-59F65B1E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D8E1D643-D6EE-4389-9B7A-353C212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81C693E4-E07C-4A76-AF3A-DB40D28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15EEF7FD-24E0-441D-8717-1A83E9C1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A9A07024-BCE8-4D13-8B82-8E58543E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D5CDEF02-7FAC-4D09-B6BF-50C2EA7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C1530DCA-00BD-4088-B591-7873B047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1B26677D-9B8A-4ADA-B8CB-EFCB885C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77E7BC21-4967-4303-BC20-3C02976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C3F54565-2D08-45EA-B983-D24CC9FF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DFE2711F-ED22-451B-A697-4C85C36E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D07F2AFF-FDEE-4C2B-AB5F-28E774EC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5EDB26D6-861B-4034-B699-42906CA4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626EB52D-7F44-442E-9642-292B77A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777B8375-AADB-4F72-90AD-986604B4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1371600"/>
          </a:xfrm>
          <a:custGeom xmlns:a="http://schemas.openxmlformats.org/drawingml/2006/main">
            <a:rect l="0" t="0" r="0" b="0"/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4DCF85FF-500C-4F7A-99A3-8E5D7203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rect l="0" t="0" r="0" b="0"/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4D93CF7E-2EBA-485F-B303-1C83F8F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₅ = (D,12,{c4:4,c5:4})">
            <a:extLst xmlns:a="http://schemas.openxmlformats.org/drawingml/2006/main">
              <a:ext uri="{FF2B5EF4-FFF2-40B4-BE49-F238E27FC236}">
                <a16:creationId xmlns:a16="http://schemas.microsoft.com/office/drawing/2014/main" id="{B47EE204-4E3F-4C06-B617-B6C3F49B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L₅ = (c5, 12, 10, L₂)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38F610D6-525D-4FF9-944D-F7A396C2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]">
            <a:extLst xmlns:a="http://schemas.openxmlformats.org/drawingml/2006/main">
              <a:ext uri="{FF2B5EF4-FFF2-40B4-BE49-F238E27FC236}">
                <a16:creationId xmlns:a16="http://schemas.microsoft.com/office/drawing/2014/main" id="{47C63EA6-758D-4BC1-882E-2937BB9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6F641133-6101-4C03-BF3F-787A9EFD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4EF735A9-D305-4C89-865D-CB157FF3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55C083FE-C877-4C7A-8080-EBCAA4C3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₅(D,12)]">
            <a:extLst xmlns:a="http://schemas.openxmlformats.org/drawingml/2006/main">
              <a:ext uri="{FF2B5EF4-FFF2-40B4-BE49-F238E27FC236}">
                <a16:creationId xmlns:a16="http://schemas.microsoft.com/office/drawing/2014/main" id="{BD81A4F5-DCD3-4CAE-8499-5F0199C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[L₅(c5,12,10,L₂)]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2C43FB6C-3DA2-42AD-9FB5-1B8E54FA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0B684F58-8B1F-48C8-9355-7CAFAB4A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38373E95-27DB-4BE0-A32C-A304408C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7978EB46-7BEE-4AE8-A7CF-C23D3DF0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BE7C8913-6481-4BBB-AE92-250C9304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A29D5894-455A-401B-82EC-2E7BB18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EC6FCE90-2E24-4E6A-9A46-9386EC8E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A9DD08CA-4088-4A32-83AE-5DF16653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F030AB34-5023-4039-8C52-A3959B41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3504752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15　取出目的地：沿前驅回溯">
            <a:extLst xmlns:a="http://schemas.openxmlformats.org/drawingml/2006/main">
              <a:ext uri="{FF2B5EF4-FFF2-40B4-BE49-F238E27FC236}">
                <a16:creationId xmlns:a16="http://schemas.microsoft.com/office/drawing/2014/main" id="{6A8AFD44-4A1A-4E59-B4DC-FFF7AA8D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15　取出目的地：沿前驅回溯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95633ACE-9B8C-4EC8-BE47-6B5841F3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24</a:t>
            </a:r>
          </a:p>
        </p:txBody>
      </p:sp>
      <p:sp>
        <p:nvSpPr>
          <p:cNvPr id="3" name="選定 A→B→D，第 12 秒完整到達；驗證後才更新資源。">
            <a:extLst xmlns:a="http://schemas.openxmlformats.org/drawingml/2006/main">
              <a:ext uri="{FF2B5EF4-FFF2-40B4-BE49-F238E27FC236}">
                <a16:creationId xmlns:a16="http://schemas.microsoft.com/office/drawing/2014/main" id="{7F18A762-9680-4492-BA40-6C9A4FE8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12 秒完整抵達 D。驗證後更新容量、Buffer 與發送時段。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0544981-896A-471B-AC49-D822CC80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" name="L₀&#10;A,1">
            <a:extLst xmlns:a="http://schemas.openxmlformats.org/drawingml/2006/main">
              <a:ext uri="{FF2B5EF4-FFF2-40B4-BE49-F238E27FC236}">
                <a16:creationId xmlns:a16="http://schemas.microsoft.com/office/drawing/2014/main" id="{FB7B4FAD-7928-4A56-B6D7-7C90A32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L₀</a:t>
            </a:r>
          </a:p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c₀, A=1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E9E3BB-9715-4F5E-B7F2-6BE258D9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7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599B6C87-AAB6-4C58-8429-92B6ECEE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c4, A=8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s=7, pred=L₀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43EF1A-D06F-4883-B237-009CED4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9" name="L₅&#10;D,12">
            <a:extLst xmlns:a="http://schemas.openxmlformats.org/drawingml/2006/main">
              <a:ext uri="{FF2B5EF4-FFF2-40B4-BE49-F238E27FC236}">
                <a16:creationId xmlns:a16="http://schemas.microsoft.com/office/drawing/2014/main" id="{91CFB45E-EA8E-4181-9FD2-EC5787C2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L₅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c5, A=12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s=10, pred=L₂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62C8800B-9382-4D1E-9AFF-734B0ED4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1619250" cy="9525"/>
          </a:xfrm>
          <a:custGeom xmlns:a="http://schemas.openxmlformats.org/drawingml/2006/main">
            <a:rect l="0" t="0" r="0" b="0"/>
            <a:pathLst>
              <a:path w="1619250" h="952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1B6A26F5-417B-4563-B765-BB18000A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785" y="2592760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6FEB4DF9-C355-4538-A329-1A85B2E7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38425"/>
            <a:ext cx="1714500" cy="9525"/>
          </a:xfrm>
          <a:custGeom xmlns:a="http://schemas.openxmlformats.org/drawingml/2006/main">
            <a:rect l="0" t="0" r="0" b="0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46EB71B-1466-4A1C-BFBD-1DA8C25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410" y="2592760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c4：7～8 秒">
            <a:extLst xmlns:a="http://schemas.openxmlformats.org/drawingml/2006/main">
              <a:ext uri="{FF2B5EF4-FFF2-40B4-BE49-F238E27FC236}">
                <a16:creationId xmlns:a16="http://schemas.microsoft.com/office/drawing/2014/main" id="{D447D58A-81ED-4CA0-A939-29128C48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c4：7～8 秒</a:t>
            </a:r>
          </a:p>
        </p:txBody>
      </p:sp>
      <p:sp>
        <p:nvSpPr>
          <p:cNvPr id="15" name="c5：10～11 秒">
            <a:extLst xmlns:a="http://schemas.openxmlformats.org/drawingml/2006/main">
              <a:ext uri="{FF2B5EF4-FFF2-40B4-BE49-F238E27FC236}">
                <a16:creationId xmlns:a16="http://schemas.microsoft.com/office/drawing/2014/main" id="{1BFB8760-E9A6-40D7-AED5-3D79EEBD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71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c5：10～11 秒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EA2BE7CD-6710-4B0D-B712-993EA70C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57600"/>
            <a:ext cx="1714500" cy="9525"/>
          </a:xfrm>
          <a:custGeom xmlns:a="http://schemas.openxmlformats.org/drawingml/2006/main">
            <a:rect l="0" t="0" r="0" b="0"/>
            <a:pathLst>
              <a:path w="1714500" h="9525">
                <a:moveTo>
                  <a:pt x="1714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BFC2E4FC-1B77-46EF-AD56-F27511CD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1193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83590" y="0"/>
                </a:moveTo>
                <a:lnTo>
                  <a:pt x="0" y="45665"/>
                </a:lnTo>
                <a:lnTo>
                  <a:pt x="83590" y="913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3787CA97-DD37-4564-9DEE-F33D2874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1619250" cy="9525"/>
          </a:xfrm>
          <a:custGeom xmlns:a="http://schemas.openxmlformats.org/drawingml/2006/main">
            <a:rect l="0" t="0" r="0" b="0"/>
            <a:pathLst>
              <a:path w="1619250" h="9525">
                <a:moveTo>
                  <a:pt x="16192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275BA614-DA49-4417-9210-8FB735DD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193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83590" y="0"/>
                </a:moveTo>
                <a:lnTo>
                  <a:pt x="0" y="45665"/>
                </a:lnTo>
                <a:lnTo>
                  <a:pt x="83590" y="913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20" name="pred 回溯方向">
            <a:extLst xmlns:a="http://schemas.openxmlformats.org/drawingml/2006/main">
              <a:ext uri="{FF2B5EF4-FFF2-40B4-BE49-F238E27FC236}">
                <a16:creationId xmlns:a16="http://schemas.microsoft.com/office/drawing/2014/main" id="{88B1B2DA-A238-491F-BDC5-8E30BC4B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pred：L₅ 找到 L₂，再找到 L₀</a:t>
            </a:r>
          </a:p>
        </p:txBody>
      </p:sp>
      <p:sp>
        <p:nvSpPr>
          <p:cNvPr id="21" name="R[c4]：8→4 MB　　　R[c5]：4→0 MB">
            <a:extLst xmlns:a="http://schemas.openxmlformats.org/drawingml/2006/main">
              <a:ext uri="{FF2B5EF4-FFF2-40B4-BE49-F238E27FC236}">
                <a16:creationId xmlns:a16="http://schemas.microsoft.com/office/drawing/2014/main" id="{6AA5AFF9-5093-426C-892A-4A99DD3E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R[c4]：8→4 MB　　　R[c5]：4→0 MB</a:t>
            </a:r>
          </a:p>
        </p:txBody>
      </p:sp>
    </p:spTree>
    <p:extLst>
      <p:ext uri="{BB962C8B-B14F-4D97-AF65-F5344CB8AC3E}">
        <p14:creationId xmlns:p14="http://schemas.microsoft.com/office/powerpoint/2010/main" val="58312570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16　兩包都接受後：B 的合計占用">
            <a:extLst xmlns:a="http://schemas.openxmlformats.org/drawingml/2006/main">
              <a:ext uri="{FF2B5EF4-FFF2-40B4-BE49-F238E27FC236}">
                <a16:creationId xmlns:a16="http://schemas.microsoft.com/office/drawing/2014/main" id="{C2375C4B-2C4E-466E-9E5A-62CE61A3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16　兩包都接受後：B 的合計占用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935743C3-76B8-4BE9-82C3-C6B05F61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25</a:t>
            </a:r>
          </a:p>
        </p:txBody>
      </p:sp>
      <p:sp>
        <p:nvSpPr>
          <p:cNvPr id="3" name="兩包的占用錯開，B 的合計峰值為 4 MB。">
            <a:extLst xmlns:a="http://schemas.openxmlformats.org/drawingml/2006/main">
              <a:ext uri="{FF2B5EF4-FFF2-40B4-BE49-F238E27FC236}">
                <a16:creationId xmlns:a16="http://schemas.microsoft.com/office/drawing/2014/main" id="{4A45C88B-FAF8-4AE7-A15C-741C4844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兩包的占用錯開，B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的合計峰值為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4 MB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11F9D6E6-BF97-49A6-A506-213DEFDC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C155094A-0F09-44F9-9798-A6867957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03C0640-B436-45E7-8B6D-4A922039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DEDC1CF1-04AB-4259-85B6-343F0E7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4EAB0EE5-E1B9-4A64-B81A-D4A50A1D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3BB79F1A-0914-4BCF-8A66-2B224B0E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738EE2-2F4B-40C2-95BD-8B4E244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0C305BE2-6EE0-4829-AC7D-4B6F4F3D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3E63E7D0-209D-4C5F-B082-F73134B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4B7FABCE-D98E-415B-A223-6D31636E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DB539B94-C0F4-4A92-BBE0-69A1481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98A5A746-1CDC-4855-B19F-C9420401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51FFB51A-7130-4FF4-85A7-F99173C4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513BC6B7-4BD2-4373-8153-B8005F5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A871D9E-4AF3-4976-BDF3-45580877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311256F-CDB8-44C1-A8F4-989D603A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6917DF8-6C4B-41C7-8C23-1A3F0E1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DE078FF0-D292-4438-A37B-1EEE3890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7F9C63E3-032D-4012-A226-AE3A2BB2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E795303-9D43-4614-9A7B-287A2AC5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0C851CC-39D2-401D-BC7C-BE2C2AFE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256B48D9-7D33-4EE6-9BF0-F3B844CA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5D0D5166-572D-4AC8-8ABE-C6CCAD1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704BF6DF-2A64-404D-A8BC-29690D36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8A6A010-FB5F-4298-B9C4-A3E08F21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4B7AB7FB-C1F6-4107-96F5-47688417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43E3D94-1841-4EF2-B5D9-EB1019A6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8E5E8135-20FF-488A-A5AA-907F7991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BA0DC199-475D-4BAB-B1B7-797C300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7DB14A19-6DEE-47E4-B169-D3021E65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FCAC2367-9DB0-4092-9257-3ACE58B7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A68F2DE0-2DC8-4042-ACEF-DCA2697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55AB794B-6834-41DD-940D-CDAE53AF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">
            <a:extLst xmlns:a="http://schemas.openxmlformats.org/drawingml/2006/main">
              <a:ext uri="{FF2B5EF4-FFF2-40B4-BE49-F238E27FC236}">
                <a16:creationId xmlns:a16="http://schemas.microsoft.com/office/drawing/2014/main" id="{A2D21C71-5490-4E66-BEED-6A84787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39691F93-7855-410B-BB33-83D3B39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B6157924-BA54-4B27-B33F-AB31E79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5142BEB3-138E-4463-AE32-71DF3EF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78BF96D1-36C2-4A9E-8D79-A71E241B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9EC2F97D-81C9-462A-8204-AA5EFE7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E500FEF3-ED3A-4F25-A326-7247A0FD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B78367B7-B1A3-49A3-AE91-A42FA11E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C5E0759F-ACC3-4EB0-A6FC-13CF95C4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1C92B986-9CA4-46CE-A2D9-0392CED4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75082C34-9C65-4647-9BE4-5454245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64895229-0874-47A4-9C1A-4F8CB1B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09D0D0CB-09C5-4D31-B534-18F8D844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A0F0B63F-6F6D-48EF-AD31-136F1C8A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566363C6-E5AF-4AEA-9E19-2B9612FD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9C97BEBB-131F-41C1-9C5F-C9B6CDD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819DA5DE-2092-40E6-9D6A-0D542E6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4B96CADA-A055-41FC-95B6-4F5AF46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F3C27A56-ECA1-4F21-B782-008D5456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D3E2A5B5-4D26-454F-A0EB-4F38490F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336EFFE5-0081-44B7-AFF2-9E30A6B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F4FE037F-5104-472A-921F-610D45B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2361406" cy="1371600"/>
          </a:xfrm>
          <a:custGeom xmlns:a="http://schemas.openxmlformats.org/drawingml/2006/main">
            <a:rect l="0" t="0" r="0" b="0"/>
            <a:pathLst>
              <a:path w="2361406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8FED52AA-2752-48CD-A143-0E89AFB5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rect l="0" t="0" r="0" b="0"/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1759A581-3B54-4DBF-B1CA-F0D84B1D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第一包 8 秒到 D；第二包 12 秒到 D">
            <a:extLst xmlns:a="http://schemas.openxmlformats.org/drawingml/2006/main">
              <a:ext uri="{FF2B5EF4-FFF2-40B4-BE49-F238E27FC236}">
                <a16:creationId xmlns:a16="http://schemas.microsoft.com/office/drawing/2014/main" id="{C895EA0F-FA2F-4ABC-BB09-87D9A807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8 秒到 D；第二包 12 秒到 D</a:t>
            </a:r>
          </a:p>
        </p:txBody>
      </p:sp>
      <p:sp>
        <p:nvSpPr>
          <p:cNvPr id="63" name="R（c1～c8）=(0,0,4,4,0,4,2,4) MB">
            <a:extLst xmlns:a="http://schemas.openxmlformats.org/drawingml/2006/main">
              <a:ext uri="{FF2B5EF4-FFF2-40B4-BE49-F238E27FC236}">
                <a16:creationId xmlns:a16="http://schemas.microsoft.com/office/drawing/2014/main" id="{1555DCC5-CD6A-41F5-92F3-A0278A7F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R（c1～c8）=(0,0,4,4,0,4,2,4) MB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11A2EF8B-55AE-4FB9-BFAE-38E482BF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88E8B5B4-5C10-4BDC-9530-4C199650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7" name="c1">
            <a:extLst xmlns:a="http://schemas.openxmlformats.org/drawingml/2006/main">
              <a:ext uri="{FF2B5EF4-FFF2-40B4-BE49-F238E27FC236}">
                <a16:creationId xmlns:a16="http://schemas.microsoft.com/office/drawing/2014/main" id="{849078A1-D7DB-4C66-813D-D0B25404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8" name="c1">
            <a:extLst xmlns:a="http://schemas.openxmlformats.org/drawingml/2006/main">
              <a:ext uri="{FF2B5EF4-FFF2-40B4-BE49-F238E27FC236}">
                <a16:creationId xmlns:a16="http://schemas.microsoft.com/office/drawing/2014/main" id="{CCDAB3C6-414A-403B-9AD3-B9EE0D8E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15E4B2E0-245B-46D9-B510-7CE65FE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09EDB7DA-050E-4E05-B5F3-5D7EC061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864D1A0F-A1A5-44EB-A825-2BA1B9F3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820E1E74-ED93-4D2B-AF40-859BDA3A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3" name="c7">
            <a:extLst xmlns:a="http://schemas.openxmlformats.org/drawingml/2006/main">
              <a:ext uri="{FF2B5EF4-FFF2-40B4-BE49-F238E27FC236}">
                <a16:creationId xmlns:a16="http://schemas.microsoft.com/office/drawing/2014/main" id="{87C99745-FEBD-4E76-A09A-D5077571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9854388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C8E23-D08A-4C70-AFE6-241915E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補充：每個開始時間的檢查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1FCC2-57E2-4C1C-B247-DE77FB7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下一個 contact 的傳送端必須是目前節點。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62A36-66D2-4088-A70A-8C683882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完整收到後才起送，整包須在 contact 結束前送出。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B21E2-CB12-4456-A1D3-37635621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容量足夠，且發送期間不與同 contact 已有預約重疊。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5649E-0A74-4896-A625-5D065E3B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4. 檢查兩端 Buffer，並檢查已設定的抵達期限。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18C1E-BC6E-49A2-94E5-7F6E8877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某個開始時間失敗，就繼續檢查下一個開始時間。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468A9-58E7-4E1D-95CF-9E16DF02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658593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C8298-D2B0-4C03-AAAB-08DE6FF3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新增：同 contact 發送時段檢查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0065B-4DF3-42BC-AE8D-4555DE48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模型假設：同一 contact 同時只傳送一個 bundle。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D2950-3EF5-4C8F-9652-3F5B0495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本包發送區間 [s,f)，f = s + S/r(c)。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DC402-32D9-42D1-8942-2A114B9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與每個既有發送預約都不重疊，才繼續檢查 Buffer。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2936E-B3CE-4C48-8716-C497967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容量足夠仍須檢查時段，失敗只淘汰這個 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3A52E-4DAB-416B-B8AA-9A0E7E64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CE3C3-800F-4336-AF53-B888EA60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444444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444444"/>
                </a:solidFill>
                <a:latin typeface="DFKai-SB"/>
                <a:ea typeface="DFKai-SB"/>
                <a:cs typeface="DFKai-SB"/>
              </a:rPr>
              <a:t>示例：contact 7～10 秒，前包已預約 7～8 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E479D-B7BD-44D0-9DB2-269B2623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s=7：衝突     s=8：時段通過     s=9：時段通過</a:t>
            </a:r>
          </a:p>
        </p:txBody>
      </p:sp>
    </p:spTree>
    <p:extLst>
      <p:ext uri="{BB962C8B-B14F-4D97-AF65-F5344CB8AC3E}">
        <p14:creationId xmlns:p14="http://schemas.microsoft.com/office/powerpoint/2010/main" val="1105651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1A973-7347-400D-9E0D-885B8B42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待定案：支配判斷的適用範圍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06E67-E314-4355-A00E-AFD4A06F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新 Label 通過延伸檢查後，才與同節點候選比較。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31DBE-6C08-461C-AF75-E18633D7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較早抵達本身，不足以刪除較晚抵達的 Label。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28BCF-4ED6-489A-A396-72F5347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L₂／L₃：檢查 B 能否持有整包從 8 秒等到 9 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857FA-3462-4791-B149-0C735E4C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4. 候選做法：不同前綴先保留，一般刪除條件待證明。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8EA82-AB32-4630-A6D1-C89B5314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刪除前要確認：被保留者能接續另一個候選的後續傳送。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CD091-9623-4060-B0A5-F519FB0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114271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CB9C0-D902-48CC-AB4F-D99462AA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待完成：演算法正確性驗證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F1FEF-8DF4-4A41-B9C4-C09D1C89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前段已預約、後段可傳：確認仍找到後段的開始時間。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91227-6A53-419E-998B-5F317AA9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接收可行、等待超限：確認下一跳延伸會拒絕。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BDDFE-83AB-4316-9703-1733F5CB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支配刪除：確認不會刪掉唯一可行或更早抵達的解。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A5889-D941-47ED-A85E-48CACD32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4. 以小案例完整搜尋比對，再整理格點內的正確性論證。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B7975-F3C3-48CA-81D1-26EFD77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本簡報提出規則與示例，尚未宣稱一般正確性已證明。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27B43-4687-41B3-B6B6-040A6866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0444981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AECA0-3594-45E1-8C55-9322793A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5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接收端判斷：輸入符號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54847-44C0-4703-BF15-1FD8D234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7620000"/>
                <a:gridCol w="1428750"/>
              </a:tblGrid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符號</a:t>
                      </a:r>
                    </a:p>
                  </a:txBody>
                  <a:tcPr marL="91440" marR="91440" marT="45720" marB="45720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意義</a:t>
                      </a:r>
                    </a:p>
                  </a:txBody>
                  <a:tcPr marL="91440" marR="91440" marT="45720" marB="45720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單位</a:t>
                      </a:r>
                    </a:p>
                  </a:txBody>
                  <a:tcPr marL="91440" marR="91440" marT="45720" marB="45720">
                    <a:solidFill>
                      <a:srgbClr val="333399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本次考慮的 A→B contact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本包在 A 開始發送的時間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本包大小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r_c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contact c 的傳送速率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MB/s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δ_c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contact c 的傳播延遲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A(L)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本包完整抵達目前節點 A 的時間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1AC04-7A02-4D8A-812E-1D1D5EE2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傳輸時間 S/r_c，傳播延遲 δ_c，兩者分開計算。</a:t>
            </a:r>
          </a:p>
        </p:txBody>
      </p:sp>
    </p:spTree>
    <p:extLst>
      <p:ext uri="{BB962C8B-B14F-4D97-AF65-F5344CB8AC3E}">
        <p14:creationId xmlns:p14="http://schemas.microsoft.com/office/powerpoint/2010/main" val="36327113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9C235-0DF6-468F-B2E1-E2FA5F51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5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接收端判斷：時間與占用符號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AFDC2-703D-4CB7-945F-96F76159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7620000"/>
                <a:gridCol w="1428750"/>
              </a:tblGrid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符號</a:t>
                      </a:r>
                    </a:p>
                  </a:txBody>
                  <a:tcPr marL="91440" marR="91440" marT="45720" marB="45720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意義</a:t>
                      </a:r>
                    </a:p>
                  </a:txBody>
                  <a:tcPr marL="91440" marR="91440" marT="45720" marB="45720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單位</a:t>
                      </a:r>
                    </a:p>
                  </a:txBody>
                  <a:tcPr marL="91440" marR="91440" marT="45720" marB="45720">
                    <a:solidFill>
                      <a:srgbClr val="333399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本包第一個 byte 抵達 B 的時間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a′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本包最後一個 byte 抵達 B 的時間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接收期間正在檢查的時刻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O_B(t)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前面已接受 bundles 在 B 的預約占用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M_B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B 的 Buffer 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候選起送時間的枚舉間隔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E7D47-7FCA-4D75-8AEA-97FB34FC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a′ 就是新 Label 的 A。Δ 控制起送時間，不取代全時段檢查。</a:t>
            </a:r>
          </a:p>
        </p:txBody>
      </p:sp>
    </p:spTree>
    <p:extLst>
      <p:ext uri="{BB962C8B-B14F-4D97-AF65-F5344CB8AC3E}">
        <p14:creationId xmlns:p14="http://schemas.microsoft.com/office/powerpoint/2010/main" val="17345971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FAD16-0A8D-4325-B175-0ABD0BAA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5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接收端判斷：整段接收不超限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A6059-587F-4F5E-A7BD-D0A583FB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9889F-5817-4ECA-B3B2-788C47EB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第一個 byte 抵達：h = s + δ_c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47126-B4BE-45D1-B0BE-001F6260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整包完整抵達：a′ = s + S/r_c + δ_c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EBB41-D056-4954-9635-2C1426CB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本包已收到的資料量：r_c(t − h)，h ≤ t ≤ a′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2E4CD-59E5-4B0D-B790-28A0DCEB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4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O_B(t) + r_c(t − h) ≤ M_B，整段 [h,a′] 都成立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0AB88-763D-482E-BE59-75BA6A56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444444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444444"/>
                </a:solidFill>
                <a:latin typeface="DFKai-SB"/>
                <a:ea typeface="DFKai-SB"/>
                <a:cs typeface="DFKai-SB"/>
              </a:rPr>
              <a:t>例：s=7、S=4、r_c=4、δ_c=0，7.5秒已收到2MB。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86FCC-7A3E-4FDE-899F-B5C1F38B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前包占用＋新包已收到的資料，任何時刻都不能超過上限。</a:t>
            </a:r>
          </a:p>
        </p:txBody>
      </p:sp>
    </p:spTree>
    <p:extLst>
      <p:ext uri="{BB962C8B-B14F-4D97-AF65-F5344CB8AC3E}">
        <p14:creationId xmlns:p14="http://schemas.microsoft.com/office/powerpoint/2010/main" val="211597212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05CD0-EC6E-42CE-9146-C0F2268D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5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候選做法：先篩選接收可行時間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0009D-A961-40E4-8FFC-276CD439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A2EC2-939C-41F4-A951-6A9237A5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輸入：目前 Label、contact、本包大小、接收端占用與上限、Δ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FD01-E59C-47EF-9468-B2E90D0C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輸出：符合時窗且接收期間不超限的起送時間。例：{7,8}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9F12A-2B7C-4328-8302-783582E2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10382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starts ← ReceiverFeasibleStarts(L, c)</a:t>
            </a:r>
          </a:p>
          <a:p xmlns:a="http://schemas.openxmlformats.org/drawingml/2006/main">
            <a:pPr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for each s in starts:</a:t>
            </a:r>
          </a:p>
          <a:p xmlns:a="http://schemas.openxmlformats.org/drawingml/2006/main">
            <a:pPr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   check remaining constraints</a:t>
            </a:r>
          </a:p>
          <a:p xmlns:a="http://schemas.openxmlformats.org/drawingml/2006/main">
            <a:pPr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   create Label; compare dominance; update 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F022D-1350-4ABD-B8D8-E5F8C58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這是候選篩選方式，仍須檢查其他限制，也仍可保留枚舉。</a:t>
            </a:r>
          </a:p>
        </p:txBody>
      </p:sp>
    </p:spTree>
    <p:extLst>
      <p:ext uri="{BB962C8B-B14F-4D97-AF65-F5344CB8AC3E}">
        <p14:creationId xmlns:p14="http://schemas.microsoft.com/office/powerpoint/2010/main" val="196543013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2026-10-13T00:22:21.3880000Z</dcterms:created>
  <dcterms:modified xsi:type="dcterms:W3CDTF">2026-10-13T00:22:21.3880000Z</dcterms:modified>
</coreProperties>
</file>